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721600" cy="20104100"/>
  <p:notesSz cx="77216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120" y="6232271"/>
            <a:ext cx="6563360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58240" y="11258296"/>
            <a:ext cx="5405120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6080" y="4623943"/>
            <a:ext cx="3358896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976624" y="4623943"/>
            <a:ext cx="3358896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Relationship Id="rId9" Type="http://schemas.openxmlformats.org/officeDocument/2006/relationships/image" Target="../media/image3.jpg"/><Relationship Id="rId10" Type="http://schemas.openxmlformats.org/officeDocument/2006/relationships/image" Target="../media/image4.jpg"/><Relationship Id="rId11" Type="http://schemas.openxmlformats.org/officeDocument/2006/relationships/image" Target="../media/image5.jpg"/><Relationship Id="rId12" Type="http://schemas.openxmlformats.org/officeDocument/2006/relationships/image" Target="../media/image6.jpg"/><Relationship Id="rId13" Type="http://schemas.openxmlformats.org/officeDocument/2006/relationships/image" Target="../media/image7.jpg"/><Relationship Id="rId14" Type="http://schemas.openxmlformats.org/officeDocument/2006/relationships/image" Target="../media/image8.jpg"/><Relationship Id="rId15" Type="http://schemas.openxmlformats.org/officeDocument/2006/relationships/image" Target="../media/image9.jpg"/><Relationship Id="rId16" Type="http://schemas.openxmlformats.org/officeDocument/2006/relationships/image" Target="../media/image10.jpg"/><Relationship Id="rId17" Type="http://schemas.openxmlformats.org/officeDocument/2006/relationships/image" Target="../media/image11.jpg"/><Relationship Id="rId18" Type="http://schemas.openxmlformats.org/officeDocument/2006/relationships/image" Target="../media/image12.jpg"/><Relationship Id="rId19" Type="http://schemas.openxmlformats.org/officeDocument/2006/relationships/image" Target="../media/image13.jpg"/><Relationship Id="rId20" Type="http://schemas.openxmlformats.org/officeDocument/2006/relationships/image" Target="../media/image14.jpg"/><Relationship Id="rId21" Type="http://schemas.openxmlformats.org/officeDocument/2006/relationships/image" Target="../media/image15.jpg"/><Relationship Id="rId22" Type="http://schemas.openxmlformats.org/officeDocument/2006/relationships/image" Target="../media/image16.png"/><Relationship Id="rId23" Type="http://schemas.openxmlformats.org/officeDocument/2006/relationships/image" Target="../media/image17.jpg"/><Relationship Id="rId24" Type="http://schemas.openxmlformats.org/officeDocument/2006/relationships/image" Target="../media/image18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715846" cy="57650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1253" y="2082269"/>
            <a:ext cx="1077024" cy="62811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04440" y="2082269"/>
            <a:ext cx="1077024" cy="62811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70241" y="4048368"/>
            <a:ext cx="3308621" cy="42591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17497" y="6771644"/>
            <a:ext cx="129242" cy="42161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49875" y="5403552"/>
            <a:ext cx="628982" cy="430217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549875" y="6763039"/>
            <a:ext cx="3928987" cy="43021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22979" y="12897949"/>
            <a:ext cx="637598" cy="44742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023766" y="11374976"/>
            <a:ext cx="3463713" cy="430217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04706" y="8286015"/>
            <a:ext cx="3282772" cy="456031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213322" y="9834798"/>
            <a:ext cx="3274156" cy="438822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876770" y="5403552"/>
            <a:ext cx="2602092" cy="430217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13322" y="12906554"/>
            <a:ext cx="3274156" cy="43882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653790" y="14765095"/>
            <a:ext cx="275718" cy="12046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023766" y="14446733"/>
            <a:ext cx="3472329" cy="438822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843346" y="15978309"/>
            <a:ext cx="94778" cy="34417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730815" y="17484072"/>
            <a:ext cx="887468" cy="671139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885386" y="15978309"/>
            <a:ext cx="2610708" cy="438822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245561" y="6806065"/>
            <a:ext cx="0" cy="344170"/>
          </a:xfrm>
          <a:custGeom>
            <a:avLst/>
            <a:gdLst/>
            <a:ahLst/>
            <a:cxnLst/>
            <a:rect l="l" t="t" r="r" b="b"/>
            <a:pathLst>
              <a:path w="0" h="344170">
                <a:moveTo>
                  <a:pt x="0" y="344174"/>
                </a:moveTo>
                <a:lnTo>
                  <a:pt x="0" y="0"/>
                </a:lnTo>
              </a:path>
            </a:pathLst>
          </a:custGeom>
          <a:ln w="43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245561" y="11418004"/>
            <a:ext cx="0" cy="335915"/>
          </a:xfrm>
          <a:custGeom>
            <a:avLst/>
            <a:gdLst/>
            <a:ahLst/>
            <a:cxnLst/>
            <a:rect l="l" t="t" r="r" b="b"/>
            <a:pathLst>
              <a:path w="0" h="335915">
                <a:moveTo>
                  <a:pt x="0" y="335570"/>
                </a:moveTo>
                <a:lnTo>
                  <a:pt x="0" y="0"/>
                </a:lnTo>
              </a:path>
            </a:pathLst>
          </a:custGeom>
          <a:ln w="43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249869" y="9877823"/>
            <a:ext cx="0" cy="344170"/>
          </a:xfrm>
          <a:custGeom>
            <a:avLst/>
            <a:gdLst/>
            <a:ahLst/>
            <a:cxnLst/>
            <a:rect l="l" t="t" r="r" b="b"/>
            <a:pathLst>
              <a:path w="0" h="344170">
                <a:moveTo>
                  <a:pt x="0" y="344174"/>
                </a:moveTo>
                <a:lnTo>
                  <a:pt x="0" y="0"/>
                </a:lnTo>
              </a:path>
            </a:pathLst>
          </a:custGeom>
          <a:ln w="43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249869" y="8346247"/>
            <a:ext cx="0" cy="344170"/>
          </a:xfrm>
          <a:custGeom>
            <a:avLst/>
            <a:gdLst/>
            <a:ahLst/>
            <a:cxnLst/>
            <a:rect l="l" t="t" r="r" b="b"/>
            <a:pathLst>
              <a:path w="0" h="344170">
                <a:moveTo>
                  <a:pt x="0" y="344174"/>
                </a:moveTo>
                <a:lnTo>
                  <a:pt x="0" y="0"/>
                </a:lnTo>
              </a:path>
            </a:pathLst>
          </a:custGeom>
          <a:ln w="43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249869" y="5412159"/>
            <a:ext cx="0" cy="379095"/>
          </a:xfrm>
          <a:custGeom>
            <a:avLst/>
            <a:gdLst/>
            <a:ahLst/>
            <a:cxnLst/>
            <a:rect l="l" t="t" r="r" b="b"/>
            <a:pathLst>
              <a:path w="0" h="379095">
                <a:moveTo>
                  <a:pt x="0" y="378591"/>
                </a:moveTo>
                <a:lnTo>
                  <a:pt x="0" y="0"/>
                </a:lnTo>
              </a:path>
            </a:pathLst>
          </a:custGeom>
          <a:ln w="43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254177" y="16029942"/>
            <a:ext cx="0" cy="327025"/>
          </a:xfrm>
          <a:custGeom>
            <a:avLst/>
            <a:gdLst/>
            <a:ahLst/>
            <a:cxnLst/>
            <a:rect l="l" t="t" r="r" b="b"/>
            <a:pathLst>
              <a:path w="0" h="327025">
                <a:moveTo>
                  <a:pt x="0" y="326965"/>
                </a:moveTo>
                <a:lnTo>
                  <a:pt x="0" y="0"/>
                </a:lnTo>
              </a:path>
            </a:pathLst>
          </a:custGeom>
          <a:ln w="43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1572456" y="9852010"/>
            <a:ext cx="0" cy="370205"/>
          </a:xfrm>
          <a:custGeom>
            <a:avLst/>
            <a:gdLst/>
            <a:ahLst/>
            <a:cxnLst/>
            <a:rect l="l" t="t" r="r" b="b"/>
            <a:pathLst>
              <a:path w="0" h="370204">
                <a:moveTo>
                  <a:pt x="0" y="369987"/>
                </a:moveTo>
                <a:lnTo>
                  <a:pt x="0" y="0"/>
                </a:lnTo>
              </a:path>
            </a:pathLst>
          </a:custGeom>
          <a:ln w="43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2175590" y="5412159"/>
            <a:ext cx="0" cy="387350"/>
          </a:xfrm>
          <a:custGeom>
            <a:avLst/>
            <a:gdLst/>
            <a:ahLst/>
            <a:cxnLst/>
            <a:rect l="l" t="t" r="r" b="b"/>
            <a:pathLst>
              <a:path w="0" h="387350">
                <a:moveTo>
                  <a:pt x="0" y="387196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2179898" y="12915163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4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2235903" y="5412159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5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2231595" y="6771648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4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2235903" y="11383586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4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2240211" y="14455344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4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2490081" y="4052670"/>
            <a:ext cx="0" cy="327025"/>
          </a:xfrm>
          <a:custGeom>
            <a:avLst/>
            <a:gdLst/>
            <a:ahLst/>
            <a:cxnLst/>
            <a:rect l="l" t="t" r="r" b="b"/>
            <a:pathLst>
              <a:path w="0" h="327025">
                <a:moveTo>
                  <a:pt x="0" y="326965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2834729" y="5412159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5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g object 49"/>
          <p:cNvSpPr/>
          <p:nvPr/>
        </p:nvSpPr>
        <p:spPr>
          <a:xfrm>
            <a:off x="2839037" y="11383586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4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g object 50"/>
          <p:cNvSpPr/>
          <p:nvPr/>
        </p:nvSpPr>
        <p:spPr>
          <a:xfrm>
            <a:off x="2839037" y="9843406"/>
            <a:ext cx="0" cy="421640"/>
          </a:xfrm>
          <a:custGeom>
            <a:avLst/>
            <a:gdLst/>
            <a:ahLst/>
            <a:cxnLst/>
            <a:rect l="l" t="t" r="r" b="b"/>
            <a:pathLst>
              <a:path w="0" h="421640">
                <a:moveTo>
                  <a:pt x="0" y="421613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2895043" y="11383586"/>
            <a:ext cx="0" cy="361950"/>
          </a:xfrm>
          <a:custGeom>
            <a:avLst/>
            <a:gdLst/>
            <a:ahLst/>
            <a:cxnLst/>
            <a:rect l="l" t="t" r="r" b="b"/>
            <a:pathLst>
              <a:path w="0" h="361950">
                <a:moveTo>
                  <a:pt x="0" y="361383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g object 52"/>
          <p:cNvSpPr/>
          <p:nvPr/>
        </p:nvSpPr>
        <p:spPr>
          <a:xfrm>
            <a:off x="2895043" y="8329038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40">
                <a:moveTo>
                  <a:pt x="0" y="395800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g object 53"/>
          <p:cNvSpPr/>
          <p:nvPr/>
        </p:nvSpPr>
        <p:spPr>
          <a:xfrm>
            <a:off x="2895043" y="5412159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5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2895043" y="9843406"/>
            <a:ext cx="0" cy="361950"/>
          </a:xfrm>
          <a:custGeom>
            <a:avLst/>
            <a:gdLst/>
            <a:ahLst/>
            <a:cxnLst/>
            <a:rect l="l" t="t" r="r" b="b"/>
            <a:pathLst>
              <a:path w="0" h="361950">
                <a:moveTo>
                  <a:pt x="0" y="361383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g object 55"/>
          <p:cNvSpPr/>
          <p:nvPr/>
        </p:nvSpPr>
        <p:spPr>
          <a:xfrm>
            <a:off x="2903659" y="12915163"/>
            <a:ext cx="0" cy="421640"/>
          </a:xfrm>
          <a:custGeom>
            <a:avLst/>
            <a:gdLst/>
            <a:ahLst/>
            <a:cxnLst/>
            <a:rect l="l" t="t" r="r" b="b"/>
            <a:pathLst>
              <a:path w="0" h="421640">
                <a:moveTo>
                  <a:pt x="0" y="421613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g object 56"/>
          <p:cNvSpPr/>
          <p:nvPr/>
        </p:nvSpPr>
        <p:spPr>
          <a:xfrm>
            <a:off x="3050134" y="4052670"/>
            <a:ext cx="0" cy="327025"/>
          </a:xfrm>
          <a:custGeom>
            <a:avLst/>
            <a:gdLst/>
            <a:ahLst/>
            <a:cxnLst/>
            <a:rect l="l" t="t" r="r" b="b"/>
            <a:pathLst>
              <a:path w="0" h="327025">
                <a:moveTo>
                  <a:pt x="0" y="326965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3502485" y="12915163"/>
            <a:ext cx="0" cy="421640"/>
          </a:xfrm>
          <a:custGeom>
            <a:avLst/>
            <a:gdLst/>
            <a:ahLst/>
            <a:cxnLst/>
            <a:rect l="l" t="t" r="r" b="b"/>
            <a:pathLst>
              <a:path w="0" h="421640">
                <a:moveTo>
                  <a:pt x="0" y="421613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g object 58"/>
          <p:cNvSpPr/>
          <p:nvPr/>
        </p:nvSpPr>
        <p:spPr>
          <a:xfrm>
            <a:off x="3498177" y="11383586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40">
                <a:moveTo>
                  <a:pt x="0" y="395800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3502485" y="9843406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40">
                <a:moveTo>
                  <a:pt x="0" y="395800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3498177" y="8303224"/>
            <a:ext cx="0" cy="421640"/>
          </a:xfrm>
          <a:custGeom>
            <a:avLst/>
            <a:gdLst/>
            <a:ahLst/>
            <a:cxnLst/>
            <a:rect l="l" t="t" r="r" b="b"/>
            <a:pathLst>
              <a:path w="0" h="421640">
                <a:moveTo>
                  <a:pt x="0" y="421613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g object 61"/>
          <p:cNvSpPr/>
          <p:nvPr/>
        </p:nvSpPr>
        <p:spPr>
          <a:xfrm>
            <a:off x="3498177" y="6771648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4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g object 62"/>
          <p:cNvSpPr/>
          <p:nvPr/>
        </p:nvSpPr>
        <p:spPr>
          <a:xfrm>
            <a:off x="3498177" y="5412159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5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3506793" y="14455344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4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g object 64"/>
          <p:cNvSpPr/>
          <p:nvPr/>
        </p:nvSpPr>
        <p:spPr>
          <a:xfrm>
            <a:off x="3549874" y="4052670"/>
            <a:ext cx="0" cy="327025"/>
          </a:xfrm>
          <a:custGeom>
            <a:avLst/>
            <a:gdLst/>
            <a:ahLst/>
            <a:cxnLst/>
            <a:rect l="l" t="t" r="r" b="b"/>
            <a:pathLst>
              <a:path w="0" h="327025">
                <a:moveTo>
                  <a:pt x="0" y="326965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g object 65"/>
          <p:cNvSpPr/>
          <p:nvPr/>
        </p:nvSpPr>
        <p:spPr>
          <a:xfrm>
            <a:off x="3558490" y="8311829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4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g object 66"/>
          <p:cNvSpPr/>
          <p:nvPr/>
        </p:nvSpPr>
        <p:spPr>
          <a:xfrm>
            <a:off x="3558490" y="12915163"/>
            <a:ext cx="0" cy="361950"/>
          </a:xfrm>
          <a:custGeom>
            <a:avLst/>
            <a:gdLst/>
            <a:ahLst/>
            <a:cxnLst/>
            <a:rect l="l" t="t" r="r" b="b"/>
            <a:pathLst>
              <a:path w="0" h="361950">
                <a:moveTo>
                  <a:pt x="0" y="361383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g object 67"/>
          <p:cNvSpPr/>
          <p:nvPr/>
        </p:nvSpPr>
        <p:spPr>
          <a:xfrm>
            <a:off x="3562798" y="11374982"/>
            <a:ext cx="0" cy="430530"/>
          </a:xfrm>
          <a:custGeom>
            <a:avLst/>
            <a:gdLst/>
            <a:ahLst/>
            <a:cxnLst/>
            <a:rect l="l" t="t" r="r" b="b"/>
            <a:pathLst>
              <a:path w="0" h="430529">
                <a:moveTo>
                  <a:pt x="0" y="430218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bg object 68"/>
          <p:cNvSpPr/>
          <p:nvPr/>
        </p:nvSpPr>
        <p:spPr>
          <a:xfrm>
            <a:off x="3567106" y="16012734"/>
            <a:ext cx="0" cy="309880"/>
          </a:xfrm>
          <a:custGeom>
            <a:avLst/>
            <a:gdLst/>
            <a:ahLst/>
            <a:cxnLst/>
            <a:rect l="l" t="t" r="r" b="b"/>
            <a:pathLst>
              <a:path w="0" h="309880">
                <a:moveTo>
                  <a:pt x="0" y="309757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bg object 69"/>
          <p:cNvSpPr/>
          <p:nvPr/>
        </p:nvSpPr>
        <p:spPr>
          <a:xfrm>
            <a:off x="3571414" y="14455344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4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bg object 70"/>
          <p:cNvSpPr/>
          <p:nvPr/>
        </p:nvSpPr>
        <p:spPr>
          <a:xfrm>
            <a:off x="3610187" y="4069879"/>
            <a:ext cx="0" cy="309880"/>
          </a:xfrm>
          <a:custGeom>
            <a:avLst/>
            <a:gdLst/>
            <a:ahLst/>
            <a:cxnLst/>
            <a:rect l="l" t="t" r="r" b="b"/>
            <a:pathLst>
              <a:path w="0" h="309879">
                <a:moveTo>
                  <a:pt x="0" y="309757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bg object 71"/>
          <p:cNvSpPr/>
          <p:nvPr/>
        </p:nvSpPr>
        <p:spPr>
          <a:xfrm>
            <a:off x="3623112" y="2133897"/>
            <a:ext cx="0" cy="353060"/>
          </a:xfrm>
          <a:custGeom>
            <a:avLst/>
            <a:gdLst/>
            <a:ahLst/>
            <a:cxnLst/>
            <a:rect l="l" t="t" r="r" b="b"/>
            <a:pathLst>
              <a:path w="0" h="353060">
                <a:moveTo>
                  <a:pt x="0" y="352778"/>
                </a:moveTo>
                <a:lnTo>
                  <a:pt x="0" y="0"/>
                </a:lnTo>
              </a:path>
            </a:pathLst>
          </a:custGeom>
          <a:ln w="43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bg object 72"/>
          <p:cNvSpPr/>
          <p:nvPr/>
        </p:nvSpPr>
        <p:spPr>
          <a:xfrm>
            <a:off x="3743738" y="19041468"/>
            <a:ext cx="0" cy="645795"/>
          </a:xfrm>
          <a:custGeom>
            <a:avLst/>
            <a:gdLst/>
            <a:ahLst/>
            <a:cxnLst/>
            <a:rect l="l" t="t" r="r" b="b"/>
            <a:pathLst>
              <a:path w="0" h="645794">
                <a:moveTo>
                  <a:pt x="0" y="645327"/>
                </a:moveTo>
                <a:lnTo>
                  <a:pt x="0" y="0"/>
                </a:lnTo>
              </a:path>
            </a:pathLst>
          </a:custGeom>
          <a:ln w="43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bg object 73"/>
          <p:cNvSpPr/>
          <p:nvPr/>
        </p:nvSpPr>
        <p:spPr>
          <a:xfrm>
            <a:off x="3743738" y="18267077"/>
            <a:ext cx="0" cy="645795"/>
          </a:xfrm>
          <a:custGeom>
            <a:avLst/>
            <a:gdLst/>
            <a:ahLst/>
            <a:cxnLst/>
            <a:rect l="l" t="t" r="r" b="b"/>
            <a:pathLst>
              <a:path w="0" h="645794">
                <a:moveTo>
                  <a:pt x="0" y="645327"/>
                </a:moveTo>
                <a:lnTo>
                  <a:pt x="0" y="0"/>
                </a:lnTo>
              </a:path>
            </a:pathLst>
          </a:custGeom>
          <a:ln w="43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bg object 74"/>
          <p:cNvSpPr/>
          <p:nvPr/>
        </p:nvSpPr>
        <p:spPr>
          <a:xfrm>
            <a:off x="4109927" y="4052670"/>
            <a:ext cx="0" cy="387350"/>
          </a:xfrm>
          <a:custGeom>
            <a:avLst/>
            <a:gdLst/>
            <a:ahLst/>
            <a:cxnLst/>
            <a:rect l="l" t="t" r="r" b="b"/>
            <a:pathLst>
              <a:path w="0" h="387350">
                <a:moveTo>
                  <a:pt x="0" y="387196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bg object 75"/>
          <p:cNvSpPr/>
          <p:nvPr/>
        </p:nvSpPr>
        <p:spPr>
          <a:xfrm>
            <a:off x="4165932" y="12915163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40">
                <a:moveTo>
                  <a:pt x="0" y="395800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bg object 76"/>
          <p:cNvSpPr/>
          <p:nvPr/>
        </p:nvSpPr>
        <p:spPr>
          <a:xfrm>
            <a:off x="4161624" y="8320433"/>
            <a:ext cx="0" cy="404495"/>
          </a:xfrm>
          <a:custGeom>
            <a:avLst/>
            <a:gdLst/>
            <a:ahLst/>
            <a:cxnLst/>
            <a:rect l="l" t="t" r="r" b="b"/>
            <a:pathLst>
              <a:path w="0" h="404495">
                <a:moveTo>
                  <a:pt x="0" y="404405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bg object 77"/>
          <p:cNvSpPr/>
          <p:nvPr/>
        </p:nvSpPr>
        <p:spPr>
          <a:xfrm>
            <a:off x="4170240" y="16004130"/>
            <a:ext cx="0" cy="309880"/>
          </a:xfrm>
          <a:custGeom>
            <a:avLst/>
            <a:gdLst/>
            <a:ahLst/>
            <a:cxnLst/>
            <a:rect l="l" t="t" r="r" b="b"/>
            <a:pathLst>
              <a:path w="0" h="309880">
                <a:moveTo>
                  <a:pt x="0" y="309757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bg object 78"/>
          <p:cNvSpPr/>
          <p:nvPr/>
        </p:nvSpPr>
        <p:spPr>
          <a:xfrm>
            <a:off x="4230554" y="15995524"/>
            <a:ext cx="0" cy="318770"/>
          </a:xfrm>
          <a:custGeom>
            <a:avLst/>
            <a:gdLst/>
            <a:ahLst/>
            <a:cxnLst/>
            <a:rect l="l" t="t" r="r" b="b"/>
            <a:pathLst>
              <a:path w="0" h="318769">
                <a:moveTo>
                  <a:pt x="0" y="318361"/>
                </a:moveTo>
                <a:lnTo>
                  <a:pt x="0" y="0"/>
                </a:lnTo>
              </a:path>
            </a:pathLst>
          </a:custGeom>
          <a:ln w="12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bg object 79"/>
          <p:cNvSpPr/>
          <p:nvPr/>
        </p:nvSpPr>
        <p:spPr>
          <a:xfrm>
            <a:off x="4596742" y="18267077"/>
            <a:ext cx="0" cy="645795"/>
          </a:xfrm>
          <a:custGeom>
            <a:avLst/>
            <a:gdLst/>
            <a:ahLst/>
            <a:cxnLst/>
            <a:rect l="l" t="t" r="r" b="b"/>
            <a:pathLst>
              <a:path w="0" h="645794">
                <a:moveTo>
                  <a:pt x="0" y="645327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bg object 80"/>
          <p:cNvSpPr/>
          <p:nvPr/>
        </p:nvSpPr>
        <p:spPr>
          <a:xfrm>
            <a:off x="4596742" y="19041468"/>
            <a:ext cx="0" cy="645795"/>
          </a:xfrm>
          <a:custGeom>
            <a:avLst/>
            <a:gdLst/>
            <a:ahLst/>
            <a:cxnLst/>
            <a:rect l="l" t="t" r="r" b="b"/>
            <a:pathLst>
              <a:path w="0" h="645794">
                <a:moveTo>
                  <a:pt x="0" y="645327"/>
                </a:moveTo>
                <a:lnTo>
                  <a:pt x="0" y="0"/>
                </a:lnTo>
              </a:path>
            </a:pathLst>
          </a:custGeom>
          <a:ln w="43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bg object 81"/>
          <p:cNvSpPr/>
          <p:nvPr/>
        </p:nvSpPr>
        <p:spPr>
          <a:xfrm>
            <a:off x="4833687" y="15995524"/>
            <a:ext cx="0" cy="413384"/>
          </a:xfrm>
          <a:custGeom>
            <a:avLst/>
            <a:gdLst/>
            <a:ahLst/>
            <a:cxnLst/>
            <a:rect l="l" t="t" r="r" b="b"/>
            <a:pathLst>
              <a:path w="0" h="413384">
                <a:moveTo>
                  <a:pt x="0" y="413009"/>
                </a:moveTo>
                <a:lnTo>
                  <a:pt x="0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bg object 82"/>
          <p:cNvSpPr/>
          <p:nvPr/>
        </p:nvSpPr>
        <p:spPr>
          <a:xfrm>
            <a:off x="7487477" y="17363619"/>
            <a:ext cx="0" cy="370205"/>
          </a:xfrm>
          <a:custGeom>
            <a:avLst/>
            <a:gdLst/>
            <a:ahLst/>
            <a:cxnLst/>
            <a:rect l="l" t="t" r="r" b="b"/>
            <a:pathLst>
              <a:path w="0" h="370205">
                <a:moveTo>
                  <a:pt x="0" y="369987"/>
                </a:moveTo>
                <a:lnTo>
                  <a:pt x="0" y="0"/>
                </a:lnTo>
              </a:path>
            </a:pathLst>
          </a:custGeom>
          <a:ln w="43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bg object 83"/>
          <p:cNvSpPr/>
          <p:nvPr/>
        </p:nvSpPr>
        <p:spPr>
          <a:xfrm>
            <a:off x="2498697" y="4044065"/>
            <a:ext cx="491490" cy="0"/>
          </a:xfrm>
          <a:custGeom>
            <a:avLst/>
            <a:gdLst/>
            <a:ahLst/>
            <a:cxnLst/>
            <a:rect l="l" t="t" r="r" b="b"/>
            <a:pathLst>
              <a:path w="491489" h="0">
                <a:moveTo>
                  <a:pt x="0" y="0"/>
                </a:moveTo>
                <a:lnTo>
                  <a:pt x="491123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bg object 84"/>
          <p:cNvSpPr/>
          <p:nvPr/>
        </p:nvSpPr>
        <p:spPr>
          <a:xfrm>
            <a:off x="1981725" y="4044065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 h="0">
                <a:moveTo>
                  <a:pt x="0" y="0"/>
                </a:moveTo>
                <a:lnTo>
                  <a:pt x="456658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bg object 85"/>
          <p:cNvSpPr/>
          <p:nvPr/>
        </p:nvSpPr>
        <p:spPr>
          <a:xfrm>
            <a:off x="3627420" y="4048368"/>
            <a:ext cx="482600" cy="0"/>
          </a:xfrm>
          <a:custGeom>
            <a:avLst/>
            <a:gdLst/>
            <a:ahLst/>
            <a:cxnLst/>
            <a:rect l="l" t="t" r="r" b="b"/>
            <a:pathLst>
              <a:path w="482600" h="0">
                <a:moveTo>
                  <a:pt x="0" y="0"/>
                </a:moveTo>
                <a:lnTo>
                  <a:pt x="482507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bg object 86"/>
          <p:cNvSpPr/>
          <p:nvPr/>
        </p:nvSpPr>
        <p:spPr>
          <a:xfrm>
            <a:off x="3058750" y="4048368"/>
            <a:ext cx="491490" cy="0"/>
          </a:xfrm>
          <a:custGeom>
            <a:avLst/>
            <a:gdLst/>
            <a:ahLst/>
            <a:cxnLst/>
            <a:rect l="l" t="t" r="r" b="b"/>
            <a:pathLst>
              <a:path w="491489" h="0">
                <a:moveTo>
                  <a:pt x="0" y="0"/>
                </a:moveTo>
                <a:lnTo>
                  <a:pt x="491123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bg object 87"/>
          <p:cNvSpPr/>
          <p:nvPr/>
        </p:nvSpPr>
        <p:spPr>
          <a:xfrm>
            <a:off x="1576764" y="5403555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3133" y="0"/>
                </a:lnTo>
              </a:path>
            </a:pathLst>
          </a:custGeom>
          <a:ln w="43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bg object 88"/>
          <p:cNvSpPr/>
          <p:nvPr/>
        </p:nvSpPr>
        <p:spPr>
          <a:xfrm>
            <a:off x="921933" y="5403555"/>
            <a:ext cx="594995" cy="0"/>
          </a:xfrm>
          <a:custGeom>
            <a:avLst/>
            <a:gdLst/>
            <a:ahLst/>
            <a:cxnLst/>
            <a:rect l="l" t="t" r="r" b="b"/>
            <a:pathLst>
              <a:path w="594994" h="0">
                <a:moveTo>
                  <a:pt x="0" y="0"/>
                </a:moveTo>
                <a:lnTo>
                  <a:pt x="594517" y="0"/>
                </a:lnTo>
              </a:path>
            </a:pathLst>
          </a:custGeom>
          <a:ln w="43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bg object 89"/>
          <p:cNvSpPr/>
          <p:nvPr/>
        </p:nvSpPr>
        <p:spPr>
          <a:xfrm>
            <a:off x="2895043" y="5412159"/>
            <a:ext cx="612140" cy="0"/>
          </a:xfrm>
          <a:custGeom>
            <a:avLst/>
            <a:gdLst/>
            <a:ahLst/>
            <a:cxnLst/>
            <a:rect l="l" t="t" r="r" b="b"/>
            <a:pathLst>
              <a:path w="612139" h="0">
                <a:moveTo>
                  <a:pt x="0" y="0"/>
                </a:moveTo>
                <a:lnTo>
                  <a:pt x="611750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bg object 90"/>
          <p:cNvSpPr/>
          <p:nvPr/>
        </p:nvSpPr>
        <p:spPr>
          <a:xfrm>
            <a:off x="2231595" y="5412159"/>
            <a:ext cx="612140" cy="0"/>
          </a:xfrm>
          <a:custGeom>
            <a:avLst/>
            <a:gdLst/>
            <a:ahLst/>
            <a:cxnLst/>
            <a:rect l="l" t="t" r="r" b="b"/>
            <a:pathLst>
              <a:path w="612139" h="0">
                <a:moveTo>
                  <a:pt x="0" y="0"/>
                </a:moveTo>
                <a:lnTo>
                  <a:pt x="611750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bg object 91"/>
          <p:cNvSpPr/>
          <p:nvPr/>
        </p:nvSpPr>
        <p:spPr>
          <a:xfrm>
            <a:off x="2895043" y="5820866"/>
            <a:ext cx="612140" cy="0"/>
          </a:xfrm>
          <a:custGeom>
            <a:avLst/>
            <a:gdLst/>
            <a:ahLst/>
            <a:cxnLst/>
            <a:rect l="l" t="t" r="r" b="b"/>
            <a:pathLst>
              <a:path w="612139" h="0">
                <a:moveTo>
                  <a:pt x="0" y="0"/>
                </a:moveTo>
                <a:lnTo>
                  <a:pt x="611750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bg object 92"/>
          <p:cNvSpPr/>
          <p:nvPr/>
        </p:nvSpPr>
        <p:spPr>
          <a:xfrm>
            <a:off x="2231595" y="5820866"/>
            <a:ext cx="612140" cy="0"/>
          </a:xfrm>
          <a:custGeom>
            <a:avLst/>
            <a:gdLst/>
            <a:ahLst/>
            <a:cxnLst/>
            <a:rect l="l" t="t" r="r" b="b"/>
            <a:pathLst>
              <a:path w="612139" h="0">
                <a:moveTo>
                  <a:pt x="0" y="0"/>
                </a:moveTo>
                <a:lnTo>
                  <a:pt x="611750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bg object 93"/>
          <p:cNvSpPr/>
          <p:nvPr/>
        </p:nvSpPr>
        <p:spPr>
          <a:xfrm>
            <a:off x="1576764" y="6763044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3133" y="0"/>
                </a:lnTo>
              </a:path>
            </a:pathLst>
          </a:custGeom>
          <a:ln w="43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bg object 94"/>
          <p:cNvSpPr/>
          <p:nvPr/>
        </p:nvSpPr>
        <p:spPr>
          <a:xfrm>
            <a:off x="2240211" y="6767346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 h="0">
                <a:moveTo>
                  <a:pt x="0" y="0"/>
                </a:moveTo>
                <a:lnTo>
                  <a:pt x="585901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bg object 95"/>
          <p:cNvSpPr/>
          <p:nvPr/>
        </p:nvSpPr>
        <p:spPr>
          <a:xfrm>
            <a:off x="2912275" y="6771648"/>
            <a:ext cx="594995" cy="0"/>
          </a:xfrm>
          <a:custGeom>
            <a:avLst/>
            <a:gdLst/>
            <a:ahLst/>
            <a:cxnLst/>
            <a:rect l="l" t="t" r="r" b="b"/>
            <a:pathLst>
              <a:path w="594995" h="0">
                <a:moveTo>
                  <a:pt x="0" y="0"/>
                </a:moveTo>
                <a:lnTo>
                  <a:pt x="594517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bg object 96"/>
          <p:cNvSpPr/>
          <p:nvPr/>
        </p:nvSpPr>
        <p:spPr>
          <a:xfrm>
            <a:off x="2240211" y="7184658"/>
            <a:ext cx="577850" cy="0"/>
          </a:xfrm>
          <a:custGeom>
            <a:avLst/>
            <a:gdLst/>
            <a:ahLst/>
            <a:cxnLst/>
            <a:rect l="l" t="t" r="r" b="b"/>
            <a:pathLst>
              <a:path w="577850" h="0">
                <a:moveTo>
                  <a:pt x="0" y="0"/>
                </a:moveTo>
                <a:lnTo>
                  <a:pt x="577285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bg object 97"/>
          <p:cNvSpPr/>
          <p:nvPr/>
        </p:nvSpPr>
        <p:spPr>
          <a:xfrm>
            <a:off x="2920891" y="7184658"/>
            <a:ext cx="577850" cy="0"/>
          </a:xfrm>
          <a:custGeom>
            <a:avLst/>
            <a:gdLst/>
            <a:ahLst/>
            <a:cxnLst/>
            <a:rect l="l" t="t" r="r" b="b"/>
            <a:pathLst>
              <a:path w="577850" h="0">
                <a:moveTo>
                  <a:pt x="0" y="0"/>
                </a:moveTo>
                <a:lnTo>
                  <a:pt x="577285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bg object 98"/>
          <p:cNvSpPr/>
          <p:nvPr/>
        </p:nvSpPr>
        <p:spPr>
          <a:xfrm>
            <a:off x="3567106" y="8303224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 h="0">
                <a:moveTo>
                  <a:pt x="0" y="0"/>
                </a:moveTo>
                <a:lnTo>
                  <a:pt x="585901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bg object 99"/>
          <p:cNvSpPr/>
          <p:nvPr/>
        </p:nvSpPr>
        <p:spPr>
          <a:xfrm>
            <a:off x="2912275" y="8303224"/>
            <a:ext cx="594995" cy="0"/>
          </a:xfrm>
          <a:custGeom>
            <a:avLst/>
            <a:gdLst/>
            <a:ahLst/>
            <a:cxnLst/>
            <a:rect l="l" t="t" r="r" b="b"/>
            <a:pathLst>
              <a:path w="594995" h="0">
                <a:moveTo>
                  <a:pt x="0" y="0"/>
                </a:moveTo>
                <a:lnTo>
                  <a:pt x="594517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bg object 100"/>
          <p:cNvSpPr/>
          <p:nvPr/>
        </p:nvSpPr>
        <p:spPr>
          <a:xfrm>
            <a:off x="2240211" y="8303224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3133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bg object 101"/>
          <p:cNvSpPr/>
          <p:nvPr/>
        </p:nvSpPr>
        <p:spPr>
          <a:xfrm>
            <a:off x="1576764" y="8303224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3133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bg object 102"/>
          <p:cNvSpPr/>
          <p:nvPr/>
        </p:nvSpPr>
        <p:spPr>
          <a:xfrm>
            <a:off x="3558490" y="8720536"/>
            <a:ext cx="612140" cy="0"/>
          </a:xfrm>
          <a:custGeom>
            <a:avLst/>
            <a:gdLst/>
            <a:ahLst/>
            <a:cxnLst/>
            <a:rect l="l" t="t" r="r" b="b"/>
            <a:pathLst>
              <a:path w="612139" h="0">
                <a:moveTo>
                  <a:pt x="0" y="0"/>
                </a:moveTo>
                <a:lnTo>
                  <a:pt x="611750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bg object 103"/>
          <p:cNvSpPr/>
          <p:nvPr/>
        </p:nvSpPr>
        <p:spPr>
          <a:xfrm>
            <a:off x="2903659" y="8720536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3133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bg object 104"/>
          <p:cNvSpPr/>
          <p:nvPr/>
        </p:nvSpPr>
        <p:spPr>
          <a:xfrm>
            <a:off x="2438384" y="8720536"/>
            <a:ext cx="396875" cy="0"/>
          </a:xfrm>
          <a:custGeom>
            <a:avLst/>
            <a:gdLst/>
            <a:ahLst/>
            <a:cxnLst/>
            <a:rect l="l" t="t" r="r" b="b"/>
            <a:pathLst>
              <a:path w="396875" h="0">
                <a:moveTo>
                  <a:pt x="0" y="0"/>
                </a:moveTo>
                <a:lnTo>
                  <a:pt x="396345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bg object 105"/>
          <p:cNvSpPr/>
          <p:nvPr/>
        </p:nvSpPr>
        <p:spPr>
          <a:xfrm>
            <a:off x="1585380" y="9839104"/>
            <a:ext cx="594995" cy="0"/>
          </a:xfrm>
          <a:custGeom>
            <a:avLst/>
            <a:gdLst/>
            <a:ahLst/>
            <a:cxnLst/>
            <a:rect l="l" t="t" r="r" b="b"/>
            <a:pathLst>
              <a:path w="594994" h="0">
                <a:moveTo>
                  <a:pt x="0" y="0"/>
                </a:moveTo>
                <a:lnTo>
                  <a:pt x="594517" y="0"/>
                </a:lnTo>
              </a:path>
            </a:pathLst>
          </a:custGeom>
          <a:ln w="43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bg object 106"/>
          <p:cNvSpPr/>
          <p:nvPr/>
        </p:nvSpPr>
        <p:spPr>
          <a:xfrm>
            <a:off x="2903659" y="9843406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3133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bg object 107"/>
          <p:cNvSpPr/>
          <p:nvPr/>
        </p:nvSpPr>
        <p:spPr>
          <a:xfrm>
            <a:off x="2248828" y="9843406"/>
            <a:ext cx="594995" cy="0"/>
          </a:xfrm>
          <a:custGeom>
            <a:avLst/>
            <a:gdLst/>
            <a:ahLst/>
            <a:cxnLst/>
            <a:rect l="l" t="t" r="r" b="b"/>
            <a:pathLst>
              <a:path w="594994" h="0">
                <a:moveTo>
                  <a:pt x="0" y="0"/>
                </a:moveTo>
                <a:lnTo>
                  <a:pt x="594517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bg object 108"/>
          <p:cNvSpPr/>
          <p:nvPr/>
        </p:nvSpPr>
        <p:spPr>
          <a:xfrm>
            <a:off x="3567106" y="11379284"/>
            <a:ext cx="568960" cy="0"/>
          </a:xfrm>
          <a:custGeom>
            <a:avLst/>
            <a:gdLst/>
            <a:ahLst/>
            <a:cxnLst/>
            <a:rect l="l" t="t" r="r" b="b"/>
            <a:pathLst>
              <a:path w="568960" h="0">
                <a:moveTo>
                  <a:pt x="0" y="0"/>
                </a:moveTo>
                <a:lnTo>
                  <a:pt x="568669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bg object 109"/>
          <p:cNvSpPr/>
          <p:nvPr/>
        </p:nvSpPr>
        <p:spPr>
          <a:xfrm>
            <a:off x="1576764" y="11374982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3133" y="0"/>
                </a:lnTo>
              </a:path>
            </a:pathLst>
          </a:custGeom>
          <a:ln w="43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bg object 110"/>
          <p:cNvSpPr/>
          <p:nvPr/>
        </p:nvSpPr>
        <p:spPr>
          <a:xfrm>
            <a:off x="2240211" y="11379284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3133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bg object 111"/>
          <p:cNvSpPr/>
          <p:nvPr/>
        </p:nvSpPr>
        <p:spPr>
          <a:xfrm>
            <a:off x="2895043" y="11383586"/>
            <a:ext cx="612140" cy="0"/>
          </a:xfrm>
          <a:custGeom>
            <a:avLst/>
            <a:gdLst/>
            <a:ahLst/>
            <a:cxnLst/>
            <a:rect l="l" t="t" r="r" b="b"/>
            <a:pathLst>
              <a:path w="612139" h="0">
                <a:moveTo>
                  <a:pt x="0" y="0"/>
                </a:moveTo>
                <a:lnTo>
                  <a:pt x="611750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bg object 112"/>
          <p:cNvSpPr/>
          <p:nvPr/>
        </p:nvSpPr>
        <p:spPr>
          <a:xfrm>
            <a:off x="3558490" y="11787992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 h="0">
                <a:moveTo>
                  <a:pt x="0" y="0"/>
                </a:moveTo>
                <a:lnTo>
                  <a:pt x="585901" y="0"/>
                </a:lnTo>
              </a:path>
            </a:pathLst>
          </a:custGeom>
          <a:ln w="172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bg object 113"/>
          <p:cNvSpPr/>
          <p:nvPr/>
        </p:nvSpPr>
        <p:spPr>
          <a:xfrm>
            <a:off x="2240211" y="11792294"/>
            <a:ext cx="267335" cy="0"/>
          </a:xfrm>
          <a:custGeom>
            <a:avLst/>
            <a:gdLst/>
            <a:ahLst/>
            <a:cxnLst/>
            <a:rect l="l" t="t" r="r" b="b"/>
            <a:pathLst>
              <a:path w="267335" h="0">
                <a:moveTo>
                  <a:pt x="0" y="0"/>
                </a:moveTo>
                <a:lnTo>
                  <a:pt x="267102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bg object 114"/>
          <p:cNvSpPr/>
          <p:nvPr/>
        </p:nvSpPr>
        <p:spPr>
          <a:xfrm>
            <a:off x="1585380" y="12910861"/>
            <a:ext cx="594995" cy="0"/>
          </a:xfrm>
          <a:custGeom>
            <a:avLst/>
            <a:gdLst/>
            <a:ahLst/>
            <a:cxnLst/>
            <a:rect l="l" t="t" r="r" b="b"/>
            <a:pathLst>
              <a:path w="594994" h="0">
                <a:moveTo>
                  <a:pt x="0" y="0"/>
                </a:moveTo>
                <a:lnTo>
                  <a:pt x="594517" y="0"/>
                </a:lnTo>
              </a:path>
            </a:pathLst>
          </a:custGeom>
          <a:ln w="43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bg object 115"/>
          <p:cNvSpPr/>
          <p:nvPr/>
        </p:nvSpPr>
        <p:spPr>
          <a:xfrm>
            <a:off x="3567106" y="12915163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3133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bg object 116"/>
          <p:cNvSpPr/>
          <p:nvPr/>
        </p:nvSpPr>
        <p:spPr>
          <a:xfrm>
            <a:off x="2903659" y="12915163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3133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bg object 117"/>
          <p:cNvSpPr/>
          <p:nvPr/>
        </p:nvSpPr>
        <p:spPr>
          <a:xfrm>
            <a:off x="1585380" y="14451041"/>
            <a:ext cx="594995" cy="0"/>
          </a:xfrm>
          <a:custGeom>
            <a:avLst/>
            <a:gdLst/>
            <a:ahLst/>
            <a:cxnLst/>
            <a:rect l="l" t="t" r="r" b="b"/>
            <a:pathLst>
              <a:path w="594994" h="0">
                <a:moveTo>
                  <a:pt x="0" y="0"/>
                </a:moveTo>
                <a:lnTo>
                  <a:pt x="594517" y="0"/>
                </a:lnTo>
              </a:path>
            </a:pathLst>
          </a:custGeom>
          <a:ln w="43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bg object 118"/>
          <p:cNvSpPr/>
          <p:nvPr/>
        </p:nvSpPr>
        <p:spPr>
          <a:xfrm>
            <a:off x="921933" y="14446739"/>
            <a:ext cx="431165" cy="0"/>
          </a:xfrm>
          <a:custGeom>
            <a:avLst/>
            <a:gdLst/>
            <a:ahLst/>
            <a:cxnLst/>
            <a:rect l="l" t="t" r="r" b="b"/>
            <a:pathLst>
              <a:path w="431165" h="0">
                <a:moveTo>
                  <a:pt x="0" y="0"/>
                </a:moveTo>
                <a:lnTo>
                  <a:pt x="430809" y="0"/>
                </a:lnTo>
              </a:path>
            </a:pathLst>
          </a:custGeom>
          <a:ln w="43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bg object 119"/>
          <p:cNvSpPr/>
          <p:nvPr/>
        </p:nvSpPr>
        <p:spPr>
          <a:xfrm>
            <a:off x="3567106" y="14455344"/>
            <a:ext cx="577850" cy="0"/>
          </a:xfrm>
          <a:custGeom>
            <a:avLst/>
            <a:gdLst/>
            <a:ahLst/>
            <a:cxnLst/>
            <a:rect l="l" t="t" r="r" b="b"/>
            <a:pathLst>
              <a:path w="577850" h="0">
                <a:moveTo>
                  <a:pt x="0" y="0"/>
                </a:moveTo>
                <a:lnTo>
                  <a:pt x="577285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bg object 120"/>
          <p:cNvSpPr/>
          <p:nvPr/>
        </p:nvSpPr>
        <p:spPr>
          <a:xfrm>
            <a:off x="2929508" y="14455344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 h="0">
                <a:moveTo>
                  <a:pt x="0" y="0"/>
                </a:moveTo>
                <a:lnTo>
                  <a:pt x="585901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bg object 121"/>
          <p:cNvSpPr/>
          <p:nvPr/>
        </p:nvSpPr>
        <p:spPr>
          <a:xfrm>
            <a:off x="2248828" y="14455344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 h="0">
                <a:moveTo>
                  <a:pt x="0" y="0"/>
                </a:moveTo>
                <a:lnTo>
                  <a:pt x="585901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bg object 122"/>
          <p:cNvSpPr/>
          <p:nvPr/>
        </p:nvSpPr>
        <p:spPr>
          <a:xfrm>
            <a:off x="3567106" y="14868352"/>
            <a:ext cx="568960" cy="0"/>
          </a:xfrm>
          <a:custGeom>
            <a:avLst/>
            <a:gdLst/>
            <a:ahLst/>
            <a:cxnLst/>
            <a:rect l="l" t="t" r="r" b="b"/>
            <a:pathLst>
              <a:path w="568960" h="0">
                <a:moveTo>
                  <a:pt x="0" y="0"/>
                </a:moveTo>
                <a:lnTo>
                  <a:pt x="568669" y="0"/>
                </a:lnTo>
              </a:path>
            </a:pathLst>
          </a:custGeom>
          <a:ln w="12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bg object 123"/>
          <p:cNvSpPr/>
          <p:nvPr/>
        </p:nvSpPr>
        <p:spPr>
          <a:xfrm>
            <a:off x="2929508" y="14868352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 h="0">
                <a:moveTo>
                  <a:pt x="0" y="0"/>
                </a:moveTo>
                <a:lnTo>
                  <a:pt x="585901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bg object 124"/>
          <p:cNvSpPr/>
          <p:nvPr/>
        </p:nvSpPr>
        <p:spPr>
          <a:xfrm>
            <a:off x="2248828" y="14868352"/>
            <a:ext cx="310515" cy="0"/>
          </a:xfrm>
          <a:custGeom>
            <a:avLst/>
            <a:gdLst/>
            <a:ahLst/>
            <a:cxnLst/>
            <a:rect l="l" t="t" r="r" b="b"/>
            <a:pathLst>
              <a:path w="310514" h="0">
                <a:moveTo>
                  <a:pt x="0" y="0"/>
                </a:moveTo>
                <a:lnTo>
                  <a:pt x="310183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bg object 125"/>
          <p:cNvSpPr/>
          <p:nvPr/>
        </p:nvSpPr>
        <p:spPr>
          <a:xfrm>
            <a:off x="3575722" y="15986920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 h="0">
                <a:moveTo>
                  <a:pt x="0" y="0"/>
                </a:moveTo>
                <a:lnTo>
                  <a:pt x="585901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bg object 126"/>
          <p:cNvSpPr/>
          <p:nvPr/>
        </p:nvSpPr>
        <p:spPr>
          <a:xfrm>
            <a:off x="2248828" y="15986920"/>
            <a:ext cx="594995" cy="0"/>
          </a:xfrm>
          <a:custGeom>
            <a:avLst/>
            <a:gdLst/>
            <a:ahLst/>
            <a:cxnLst/>
            <a:rect l="l" t="t" r="r" b="b"/>
            <a:pathLst>
              <a:path w="594994" h="0">
                <a:moveTo>
                  <a:pt x="0" y="0"/>
                </a:moveTo>
                <a:lnTo>
                  <a:pt x="594517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bg object 127"/>
          <p:cNvSpPr/>
          <p:nvPr/>
        </p:nvSpPr>
        <p:spPr>
          <a:xfrm>
            <a:off x="1585380" y="15986920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3133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bg object 128"/>
          <p:cNvSpPr/>
          <p:nvPr/>
        </p:nvSpPr>
        <p:spPr>
          <a:xfrm>
            <a:off x="2938124" y="15991222"/>
            <a:ext cx="577850" cy="0"/>
          </a:xfrm>
          <a:custGeom>
            <a:avLst/>
            <a:gdLst/>
            <a:ahLst/>
            <a:cxnLst/>
            <a:rect l="l" t="t" r="r" b="b"/>
            <a:pathLst>
              <a:path w="577850" h="0">
                <a:moveTo>
                  <a:pt x="0" y="0"/>
                </a:moveTo>
                <a:lnTo>
                  <a:pt x="577285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bg object 129"/>
          <p:cNvSpPr/>
          <p:nvPr/>
        </p:nvSpPr>
        <p:spPr>
          <a:xfrm>
            <a:off x="4230554" y="15991222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3133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bg object 130"/>
          <p:cNvSpPr/>
          <p:nvPr/>
        </p:nvSpPr>
        <p:spPr>
          <a:xfrm>
            <a:off x="3739430" y="18271379"/>
            <a:ext cx="870585" cy="0"/>
          </a:xfrm>
          <a:custGeom>
            <a:avLst/>
            <a:gdLst/>
            <a:ahLst/>
            <a:cxnLst/>
            <a:rect l="l" t="t" r="r" b="b"/>
            <a:pathLst>
              <a:path w="870585" h="0">
                <a:moveTo>
                  <a:pt x="0" y="0"/>
                </a:moveTo>
                <a:lnTo>
                  <a:pt x="870236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bg object 131"/>
          <p:cNvSpPr/>
          <p:nvPr/>
        </p:nvSpPr>
        <p:spPr>
          <a:xfrm>
            <a:off x="3739430" y="18908101"/>
            <a:ext cx="861694" cy="0"/>
          </a:xfrm>
          <a:custGeom>
            <a:avLst/>
            <a:gdLst/>
            <a:ahLst/>
            <a:cxnLst/>
            <a:rect l="l" t="t" r="r" b="b"/>
            <a:pathLst>
              <a:path w="861695" h="0">
                <a:moveTo>
                  <a:pt x="0" y="0"/>
                </a:moveTo>
                <a:lnTo>
                  <a:pt x="861619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bg object 132"/>
          <p:cNvSpPr/>
          <p:nvPr/>
        </p:nvSpPr>
        <p:spPr>
          <a:xfrm>
            <a:off x="3739430" y="19045770"/>
            <a:ext cx="861694" cy="0"/>
          </a:xfrm>
          <a:custGeom>
            <a:avLst/>
            <a:gdLst/>
            <a:ahLst/>
            <a:cxnLst/>
            <a:rect l="l" t="t" r="r" b="b"/>
            <a:pathLst>
              <a:path w="861695" h="0">
                <a:moveTo>
                  <a:pt x="0" y="0"/>
                </a:moveTo>
                <a:lnTo>
                  <a:pt x="861619" y="0"/>
                </a:lnTo>
              </a:path>
            </a:pathLst>
          </a:custGeom>
          <a:ln w="43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bg object 133"/>
          <p:cNvSpPr/>
          <p:nvPr/>
        </p:nvSpPr>
        <p:spPr>
          <a:xfrm>
            <a:off x="2998437" y="4457075"/>
            <a:ext cx="1120140" cy="0"/>
          </a:xfrm>
          <a:custGeom>
            <a:avLst/>
            <a:gdLst/>
            <a:ahLst/>
            <a:cxnLst/>
            <a:rect l="l" t="t" r="r" b="b"/>
            <a:pathLst>
              <a:path w="1120139" h="0">
                <a:moveTo>
                  <a:pt x="0" y="0"/>
                </a:moveTo>
                <a:lnTo>
                  <a:pt x="1120105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bg object 134"/>
          <p:cNvSpPr/>
          <p:nvPr/>
        </p:nvSpPr>
        <p:spPr>
          <a:xfrm>
            <a:off x="2856270" y="16399930"/>
            <a:ext cx="2507615" cy="0"/>
          </a:xfrm>
          <a:custGeom>
            <a:avLst/>
            <a:gdLst/>
            <a:ahLst/>
            <a:cxnLst/>
            <a:rect l="l" t="t" r="r" b="b"/>
            <a:pathLst>
              <a:path w="2507615" h="0">
                <a:moveTo>
                  <a:pt x="0" y="0"/>
                </a:moveTo>
                <a:lnTo>
                  <a:pt x="2507314" y="0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080" y="804164"/>
            <a:ext cx="6949440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6080" y="4623943"/>
            <a:ext cx="69494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25344" y="18696814"/>
            <a:ext cx="2470912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6080" y="18696814"/>
            <a:ext cx="177596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59552" y="18696814"/>
            <a:ext cx="177596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9398" y="727294"/>
            <a:ext cx="518795" cy="139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10">
                <a:solidFill>
                  <a:srgbClr val="412A4F"/>
                </a:solidFill>
                <a:latin typeface="Arial"/>
                <a:cs typeface="Arial"/>
              </a:rPr>
              <a:t>Foundation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3977" y="968208"/>
            <a:ext cx="1560195" cy="967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b="1">
                <a:solidFill>
                  <a:srgbClr val="13161F"/>
                </a:solidFill>
                <a:latin typeface="Arial"/>
                <a:cs typeface="Arial"/>
              </a:rPr>
              <a:t>Color</a:t>
            </a:r>
            <a:r>
              <a:rPr dirty="0" sz="1900" spc="-80" b="1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3161F"/>
                </a:solidFill>
                <a:latin typeface="Arial"/>
                <a:cs typeface="Arial"/>
              </a:rPr>
              <a:t>Palette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900">
              <a:latin typeface="Arial"/>
              <a:cs typeface="Arial"/>
            </a:endParaRPr>
          </a:p>
          <a:p>
            <a:pPr marL="98425">
              <a:lnSpc>
                <a:spcPct val="100000"/>
              </a:lnSpc>
            </a:pPr>
            <a:r>
              <a:rPr dirty="0" sz="1700" spc="-60" b="1">
                <a:latin typeface="Arial"/>
                <a:cs typeface="Arial"/>
              </a:rPr>
              <a:t>Brand</a:t>
            </a:r>
            <a:r>
              <a:rPr dirty="0" sz="1700" spc="-8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Colors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33886" y="2581527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0104" y="2750179"/>
            <a:ext cx="593725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color/brand/blue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#OA46E6</a:t>
            </a:r>
            <a:endParaRPr sz="5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88983" y="2750179"/>
            <a:ext cx="624205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color/brand/black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#000000</a:t>
            </a:r>
            <a:endParaRPr sz="5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543554" y="2750179"/>
            <a:ext cx="634365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color/brand/white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#FFFFFF</a:t>
            </a:r>
            <a:endParaRPr sz="5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8984" y="3381735"/>
            <a:ext cx="1421765" cy="5721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90"/>
              </a:spcBef>
            </a:pPr>
            <a:r>
              <a:rPr dirty="0" sz="1700" spc="-70" b="1">
                <a:latin typeface="Arial"/>
                <a:cs typeface="Arial"/>
              </a:rPr>
              <a:t>Color</a:t>
            </a:r>
            <a:r>
              <a:rPr dirty="0" sz="1700" spc="-8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Palettes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850" spc="-10">
                <a:solidFill>
                  <a:srgbClr val="13161F"/>
                </a:solidFill>
                <a:latin typeface="Arial"/>
                <a:cs typeface="Arial"/>
              </a:rPr>
              <a:t>Neutral</a:t>
            </a:r>
            <a:r>
              <a:rPr dirty="0" sz="850" spc="-10">
                <a:solidFill>
                  <a:srgbClr val="383838"/>
                </a:solidFill>
                <a:latin typeface="Arial"/>
                <a:cs typeface="Arial"/>
              </a:rPr>
              <a:t>s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93215" y="3949622"/>
            <a:ext cx="83185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65">
                <a:solidFill>
                  <a:srgbClr val="979999"/>
                </a:solidFill>
                <a:latin typeface="Arial"/>
                <a:cs typeface="Arial"/>
              </a:rPr>
              <a:t>,,.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3307" y="4349729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33360" y="4349729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693413" y="4349729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253466" y="4349729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813519" y="4349729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373467" y="4358333"/>
            <a:ext cx="161290" cy="977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50" spc="-25" b="1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4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929212" y="4354031"/>
            <a:ext cx="165735" cy="10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-25" b="1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00">
              <a:latin typeface="Arial"/>
              <a:cs typeface="Arial"/>
            </a:endParaRPr>
          </a:p>
        </p:txBody>
      </p:sp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223224" y="4545333"/>
          <a:ext cx="7289165" cy="351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050"/>
                <a:gridCol w="506094"/>
                <a:gridCol w="577850"/>
                <a:gridCol w="559434"/>
                <a:gridCol w="559435"/>
                <a:gridCol w="559435"/>
                <a:gridCol w="557529"/>
                <a:gridCol w="607695"/>
                <a:gridCol w="509904"/>
                <a:gridCol w="558800"/>
                <a:gridCol w="558800"/>
                <a:gridCol w="559434"/>
                <a:gridCol w="562609"/>
              </a:tblGrid>
              <a:tr h="175895">
                <a:tc>
                  <a:txBody>
                    <a:bodyPr/>
                    <a:lstStyle/>
                    <a:p>
                      <a:pPr marL="19050">
                        <a:lnSpc>
                          <a:spcPts val="600"/>
                        </a:lnSpc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color/neutral/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21590">
                        <a:lnSpc>
                          <a:spcPts val="600"/>
                        </a:lnSpc>
                        <a:spcBef>
                          <a:spcPts val="85"/>
                        </a:spcBef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white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60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50165">
                        <a:lnSpc>
                          <a:spcPts val="600"/>
                        </a:lnSpc>
                        <a:spcBef>
                          <a:spcPts val="85"/>
                        </a:spcBef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neutral/50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60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103505">
                        <a:lnSpc>
                          <a:spcPts val="600"/>
                        </a:lnSpc>
                        <a:spcBef>
                          <a:spcPts val="85"/>
                        </a:spcBef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neutral/100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60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85090">
                        <a:lnSpc>
                          <a:spcPts val="600"/>
                        </a:lnSpc>
                        <a:spcBef>
                          <a:spcPts val="85"/>
                        </a:spcBef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neutral/200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60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85090">
                        <a:lnSpc>
                          <a:spcPts val="600"/>
                        </a:lnSpc>
                        <a:spcBef>
                          <a:spcPts val="85"/>
                        </a:spcBef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neutral/300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60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85090">
                        <a:lnSpc>
                          <a:spcPts val="600"/>
                        </a:lnSpc>
                        <a:spcBef>
                          <a:spcPts val="85"/>
                        </a:spcBef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neutral/400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60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85090">
                        <a:lnSpc>
                          <a:spcPts val="600"/>
                        </a:lnSpc>
                        <a:spcBef>
                          <a:spcPts val="85"/>
                        </a:spcBef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neutral/500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60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86995">
                        <a:lnSpc>
                          <a:spcPts val="635"/>
                        </a:lnSpc>
                        <a:spcBef>
                          <a:spcPts val="50"/>
                        </a:spcBef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neutral/600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60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38735">
                        <a:lnSpc>
                          <a:spcPts val="600"/>
                        </a:lnSpc>
                        <a:spcBef>
                          <a:spcPts val="85"/>
                        </a:spcBef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neutral/700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60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87630">
                        <a:lnSpc>
                          <a:spcPts val="600"/>
                        </a:lnSpc>
                        <a:spcBef>
                          <a:spcPts val="85"/>
                        </a:spcBef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neutral/BOO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60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88265">
                        <a:lnSpc>
                          <a:spcPts val="600"/>
                        </a:lnSpc>
                        <a:spcBef>
                          <a:spcPts val="85"/>
                        </a:spcBef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neutral/900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60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600"/>
                        </a:lnSpc>
                        <a:spcBef>
                          <a:spcPts val="85"/>
                        </a:spcBef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neutral/950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60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color/neutral/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600"/>
                        </a:lnSpc>
                        <a:spcBef>
                          <a:spcPts val="85"/>
                        </a:spcBef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black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92075">
                <a:tc>
                  <a:txBody>
                    <a:bodyPr/>
                    <a:lstStyle/>
                    <a:p>
                      <a:pPr marL="25400">
                        <a:lnSpc>
                          <a:spcPts val="630"/>
                        </a:lnSpc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#FFFFFF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630"/>
                        </a:lnSpc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#F8FAFD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630"/>
                        </a:lnSpc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#F3F5FA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630"/>
                        </a:lnSpc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#E7EAFO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620"/>
                        </a:lnSpc>
                        <a:spcBef>
                          <a:spcPts val="10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#D6DAE1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630"/>
                        </a:lnSpc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#COC4CC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620"/>
                        </a:lnSpc>
                        <a:spcBef>
                          <a:spcPts val="10"/>
                        </a:spcBef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#9DA2AA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63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#6A6E76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630"/>
                        </a:lnSpc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#50545B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ts val="630"/>
                        </a:lnSpc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#3A3D44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620"/>
                        </a:lnSpc>
                        <a:spcBef>
                          <a:spcPts val="10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#2A2D32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620"/>
                        </a:lnSpc>
                        <a:spcBef>
                          <a:spcPts val="10"/>
                        </a:spcBef>
                      </a:pPr>
                      <a:r>
                        <a:rPr dirty="0" sz="550" spc="7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#lAlClF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620"/>
                        </a:lnSpc>
                        <a:spcBef>
                          <a:spcPts val="10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#000000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1270"/>
                </a:tc>
              </a:tr>
              <a:tr h="83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560"/>
                        </a:lnSpc>
                      </a:pPr>
                      <a:r>
                        <a:rPr dirty="0" sz="550" i="1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Secondary</a:t>
                      </a:r>
                      <a:r>
                        <a:rPr dirty="0" sz="550" spc="75" i="1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2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text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560"/>
                        </a:lnSpc>
                      </a:pPr>
                      <a:r>
                        <a:rPr dirty="0" sz="55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Primary </a:t>
                      </a:r>
                      <a:r>
                        <a:rPr dirty="0" sz="550" spc="-2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text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8" name="object 18" descr=""/>
          <p:cNvSpPr txBox="1"/>
          <p:nvPr/>
        </p:nvSpPr>
        <p:spPr>
          <a:xfrm>
            <a:off x="228876" y="5158536"/>
            <a:ext cx="41910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0">
                <a:solidFill>
                  <a:srgbClr val="13161F"/>
                </a:solidFill>
                <a:latin typeface="Arial"/>
                <a:cs typeface="Arial"/>
              </a:rPr>
              <a:t>Primary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72393" y="5709215"/>
            <a:ext cx="15684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31532" y="5709212"/>
            <a:ext cx="2160270" cy="11366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75640" algn="l"/>
                <a:tab pos="1339215" algn="l"/>
                <a:tab pos="2041525" algn="l"/>
              </a:tabLst>
            </a:pPr>
            <a:r>
              <a:rPr dirty="0" baseline="5050" sz="825" spc="-37">
                <a:solidFill>
                  <a:srgbClr val="383838"/>
                </a:solidFill>
                <a:latin typeface="Arial"/>
                <a:cs typeface="Arial"/>
              </a:rPr>
              <a:t>AA</a:t>
            </a:r>
            <a:r>
              <a:rPr dirty="0" baseline="5050" sz="825" spc="-37">
                <a:solidFill>
                  <a:srgbClr val="13161F"/>
                </a:solidFill>
                <a:latin typeface="Arial"/>
                <a:cs typeface="Arial"/>
              </a:rPr>
              <a:t>A</a:t>
            </a:r>
            <a:r>
              <a:rPr dirty="0" baseline="5050" sz="825">
                <a:solidFill>
                  <a:srgbClr val="13161F"/>
                </a:solidFill>
                <a:latin typeface="Arial"/>
                <a:cs typeface="Arial"/>
              </a:rPr>
              <a:t>	</a:t>
            </a:r>
            <a:r>
              <a:rPr dirty="0" baseline="5050" sz="825" spc="-37">
                <a:solidFill>
                  <a:srgbClr val="383838"/>
                </a:solidFill>
                <a:latin typeface="Arial"/>
                <a:cs typeface="Arial"/>
              </a:rPr>
              <a:t>AAA</a:t>
            </a:r>
            <a:r>
              <a:rPr dirty="0" baseline="5050" sz="825">
                <a:solidFill>
                  <a:srgbClr val="383838"/>
                </a:solidFill>
                <a:latin typeface="Arial"/>
                <a:cs typeface="Arial"/>
              </a:rPr>
              <a:t>	</a:t>
            </a:r>
            <a:r>
              <a:rPr dirty="0" baseline="6172" sz="675" spc="-37" b="1">
                <a:solidFill>
                  <a:srgbClr val="111F4B"/>
                </a:solidFill>
                <a:latin typeface="Arial"/>
                <a:cs typeface="Arial"/>
              </a:rPr>
              <a:t>AAA</a:t>
            </a:r>
            <a:r>
              <a:rPr dirty="0" baseline="6172" sz="675" b="1">
                <a:solidFill>
                  <a:srgbClr val="111F4B"/>
                </a:solidFill>
                <a:latin typeface="Arial"/>
                <a:cs typeface="Arial"/>
              </a:rPr>
              <a:t>	</a:t>
            </a:r>
            <a:r>
              <a:rPr dirty="0" sz="550" spc="-25" b="1">
                <a:solidFill>
                  <a:srgbClr val="111F4B"/>
                </a:solidFill>
                <a:latin typeface="Arial"/>
                <a:cs typeface="Arial"/>
              </a:rPr>
              <a:t>AA</a:t>
            </a:r>
            <a:endParaRPr sz="5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33585" y="5877852"/>
            <a:ext cx="594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 marR="5080" indent="-2540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color/primary/50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#EBFlFF</a:t>
            </a:r>
            <a:endParaRPr sz="550">
              <a:latin typeface="Arial"/>
              <a:cs typeface="Arial"/>
            </a:endParaRPr>
          </a:p>
          <a:p>
            <a:pPr marL="12700" marR="41910">
              <a:lnSpc>
                <a:spcPct val="107800"/>
              </a:lnSpc>
              <a:spcBef>
                <a:spcPts val="35"/>
              </a:spcBef>
            </a:pPr>
            <a:r>
              <a:rPr dirty="0" sz="550" i="1">
                <a:solidFill>
                  <a:srgbClr val="838589"/>
                </a:solidFill>
                <a:latin typeface="Arial"/>
                <a:cs typeface="Arial"/>
              </a:rPr>
              <a:t>Background</a:t>
            </a:r>
            <a:r>
              <a:rPr dirty="0" sz="550" spc="-30" i="1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550" spc="-20" i="1">
                <a:solidFill>
                  <a:srgbClr val="979999"/>
                </a:solidFill>
                <a:latin typeface="Arial"/>
                <a:cs typeface="Arial"/>
              </a:rPr>
              <a:t>(low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emphasis)</a:t>
            </a:r>
            <a:endParaRPr sz="55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93552" y="5885600"/>
            <a:ext cx="6587490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10">
                <a:solidFill>
                  <a:srgbClr val="494949"/>
                </a:solidFill>
                <a:latin typeface="Arial"/>
                <a:cs typeface="Arial"/>
              </a:rPr>
              <a:t>color/primary/100</a:t>
            </a:r>
            <a:r>
              <a:rPr dirty="0" sz="550" spc="220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 spc="10">
                <a:solidFill>
                  <a:srgbClr val="383838"/>
                </a:solidFill>
                <a:latin typeface="Arial"/>
                <a:cs typeface="Arial"/>
              </a:rPr>
              <a:t>color/primary/200</a:t>
            </a:r>
            <a:r>
              <a:rPr dirty="0" sz="550" spc="225">
                <a:solidFill>
                  <a:srgbClr val="383838"/>
                </a:solidFill>
                <a:latin typeface="Arial"/>
                <a:cs typeface="Arial"/>
              </a:rPr>
              <a:t>  </a:t>
            </a:r>
            <a:r>
              <a:rPr dirty="0" sz="550" spc="10">
                <a:solidFill>
                  <a:srgbClr val="494949"/>
                </a:solidFill>
                <a:latin typeface="Arial"/>
                <a:cs typeface="Arial"/>
              </a:rPr>
              <a:t>color/primary/300</a:t>
            </a:r>
            <a:r>
              <a:rPr dirty="0" sz="550" spc="190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 spc="10">
                <a:solidFill>
                  <a:srgbClr val="383838"/>
                </a:solidFill>
                <a:latin typeface="Arial"/>
                <a:cs typeface="Arial"/>
              </a:rPr>
              <a:t>color/primary/400</a:t>
            </a:r>
            <a:r>
              <a:rPr dirty="0" sz="550" spc="220">
                <a:solidFill>
                  <a:srgbClr val="383838"/>
                </a:solidFill>
                <a:latin typeface="Arial"/>
                <a:cs typeface="Arial"/>
              </a:rPr>
              <a:t>  </a:t>
            </a:r>
            <a:r>
              <a:rPr dirty="0" sz="550" spc="10">
                <a:solidFill>
                  <a:srgbClr val="494949"/>
                </a:solidFill>
                <a:latin typeface="Arial"/>
                <a:cs typeface="Arial"/>
              </a:rPr>
              <a:t>color/primary/500</a:t>
            </a:r>
            <a:r>
              <a:rPr dirty="0" sz="550" spc="220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 spc="10">
                <a:solidFill>
                  <a:srgbClr val="494949"/>
                </a:solidFill>
                <a:latin typeface="Arial"/>
                <a:cs typeface="Arial"/>
              </a:rPr>
              <a:t>color/primary/600</a:t>
            </a:r>
            <a:r>
              <a:rPr dirty="0" sz="550" spc="225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 spc="10">
                <a:solidFill>
                  <a:srgbClr val="494949"/>
                </a:solidFill>
                <a:latin typeface="Arial"/>
                <a:cs typeface="Arial"/>
              </a:rPr>
              <a:t>color/primary/700</a:t>
            </a:r>
            <a:r>
              <a:rPr dirty="0" sz="550" spc="190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 spc="10">
                <a:solidFill>
                  <a:srgbClr val="494949"/>
                </a:solidFill>
                <a:latin typeface="Arial"/>
                <a:cs typeface="Arial"/>
              </a:rPr>
              <a:t>color/primary/800</a:t>
            </a:r>
            <a:r>
              <a:rPr dirty="0" sz="550" spc="220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 spc="10">
                <a:solidFill>
                  <a:srgbClr val="494949"/>
                </a:solidFill>
                <a:latin typeface="Arial"/>
                <a:cs typeface="Arial"/>
              </a:rPr>
              <a:t>color/primary/900</a:t>
            </a:r>
            <a:r>
              <a:rPr dirty="0" sz="550" spc="225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colorlprimary/950</a:t>
            </a:r>
            <a:endParaRPr sz="5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95619" y="5975949"/>
            <a:ext cx="2969260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71195" algn="l"/>
                <a:tab pos="1334770" algn="l"/>
                <a:tab pos="1998345" algn="l"/>
                <a:tab pos="2657475" algn="l"/>
              </a:tabLst>
            </a:pP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#D9E6FF</a:t>
            </a:r>
            <a:r>
              <a:rPr dirty="0" sz="550">
                <a:solidFill>
                  <a:srgbClr val="6E6E6E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#BCD4FF</a:t>
            </a:r>
            <a:r>
              <a:rPr dirty="0" sz="550">
                <a:solidFill>
                  <a:srgbClr val="5D5D5D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#90B3FF</a:t>
            </a:r>
            <a:r>
              <a:rPr dirty="0" sz="550">
                <a:solidFill>
                  <a:srgbClr val="6E6E6E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#5D91FB</a:t>
            </a:r>
            <a:r>
              <a:rPr dirty="0" sz="550">
                <a:solidFill>
                  <a:srgbClr val="6E6E6E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#296DFO</a:t>
            </a:r>
            <a:endParaRPr sz="55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201966" y="5963903"/>
            <a:ext cx="2976880" cy="21526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85"/>
              </a:spcBef>
              <a:tabLst>
                <a:tab pos="673735" algn="l"/>
                <a:tab pos="1337310" algn="l"/>
                <a:tab pos="2000885" algn="l"/>
                <a:tab pos="2660015" algn="l"/>
              </a:tabLst>
            </a:pP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#OA46E6</a:t>
            </a:r>
            <a:r>
              <a:rPr dirty="0" sz="550">
                <a:solidFill>
                  <a:srgbClr val="5D5D5D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#0936D0</a:t>
            </a:r>
            <a:r>
              <a:rPr dirty="0" sz="550">
                <a:solidFill>
                  <a:srgbClr val="6E6E6E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#OA31AA</a:t>
            </a:r>
            <a:r>
              <a:rPr dirty="0" sz="550">
                <a:solidFill>
                  <a:srgbClr val="5D5D5D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#OA266F</a:t>
            </a:r>
            <a:r>
              <a:rPr dirty="0" sz="550">
                <a:solidFill>
                  <a:srgbClr val="5D5D5D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#0B1B4C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550" spc="-10" i="1">
                <a:solidFill>
                  <a:srgbClr val="838589"/>
                </a:solidFill>
                <a:latin typeface="Arial"/>
                <a:cs typeface="Arial"/>
              </a:rPr>
              <a:t>Hyper/inks,</a:t>
            </a:r>
            <a:r>
              <a:rPr dirty="0" sz="550" spc="50" i="1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actions</a:t>
            </a:r>
            <a:endParaRPr sz="55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28661" y="6522329"/>
            <a:ext cx="229235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25">
                <a:solidFill>
                  <a:srgbClr val="13161F"/>
                </a:solidFill>
                <a:latin typeface="Arial"/>
                <a:cs typeface="Arial"/>
              </a:rPr>
              <a:t>Red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72393" y="7068702"/>
            <a:ext cx="15684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graphicFrame>
        <p:nvGraphicFramePr>
          <p:cNvPr id="27" name="object 27" descr=""/>
          <p:cNvGraphicFramePr>
            <a:graphicFrameLocks noGrp="1"/>
          </p:cNvGraphicFramePr>
          <p:nvPr/>
        </p:nvGraphicFramePr>
        <p:xfrm>
          <a:off x="223224" y="7264315"/>
          <a:ext cx="7175500" cy="441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030"/>
                <a:gridCol w="614045"/>
                <a:gridCol w="662305"/>
                <a:gridCol w="661034"/>
                <a:gridCol w="663575"/>
                <a:gridCol w="659764"/>
                <a:gridCol w="658495"/>
                <a:gridCol w="718820"/>
                <a:gridCol w="602614"/>
                <a:gridCol w="662939"/>
                <a:gridCol w="570229"/>
              </a:tblGrid>
              <a:tr h="83185">
                <a:tc>
                  <a:txBody>
                    <a:bodyPr/>
                    <a:lstStyle/>
                    <a:p>
                      <a:pPr marL="19050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color/red/50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color/red/100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color/red/200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color/red/300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color/red/400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color/red/500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color/red/600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color/red/700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color/red/800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color/red/900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color/red/950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84785">
                <a:tc>
                  <a:txBody>
                    <a:bodyPr/>
                    <a:lstStyle/>
                    <a:p>
                      <a:pPr marL="21590">
                        <a:lnSpc>
                          <a:spcPts val="655"/>
                        </a:lnSpc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#FFFlFO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23495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Background</a:t>
                      </a:r>
                      <a:r>
                        <a:rPr dirty="0" sz="550" spc="-3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2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(low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#FFE2EO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#FFCFCB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#FFA199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112395">
                        <a:lnSpc>
                          <a:spcPts val="620"/>
                        </a:lnSpc>
                        <a:spcBef>
                          <a:spcPts val="50"/>
                        </a:spcBef>
                      </a:pPr>
                      <a:r>
                        <a:rPr dirty="0" sz="550" spc="-10" i="1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Background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#FF6C5F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#F83F2E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#EE25</a:t>
                      </a:r>
                      <a:r>
                        <a:rPr dirty="0" sz="550" spc="-10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#D2</a:t>
                      </a:r>
                      <a:r>
                        <a:rPr dirty="0" sz="550" spc="-10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dirty="0" sz="550" spc="-10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112395">
                        <a:lnSpc>
                          <a:spcPts val="650"/>
                        </a:lnSpc>
                        <a:spcBef>
                          <a:spcPts val="20"/>
                        </a:spcBef>
                      </a:pP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Errorcext,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#A91E12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#861911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#4B0B07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</a:tr>
              <a:tr h="90170">
                <a:tc>
                  <a:txBody>
                    <a:bodyPr/>
                    <a:lstStyle/>
                    <a:p>
                      <a:pPr marL="22860">
                        <a:lnSpc>
                          <a:spcPts val="610"/>
                        </a:lnSpc>
                      </a:pP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emphasis)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610"/>
                        </a:lnSpc>
                      </a:pP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(medium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610"/>
                        </a:lnSpc>
                      </a:pPr>
                      <a:r>
                        <a:rPr dirty="0" sz="55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background</a:t>
                      </a:r>
                      <a:r>
                        <a:rPr dirty="0" sz="550" spc="-5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(high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83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560"/>
                        </a:lnSpc>
                      </a:pP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emphasis)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560"/>
                        </a:lnSpc>
                      </a:pP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emphasis)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8" name="object 28" descr=""/>
          <p:cNvSpPr txBox="1"/>
          <p:nvPr/>
        </p:nvSpPr>
        <p:spPr>
          <a:xfrm>
            <a:off x="233026" y="8058200"/>
            <a:ext cx="36195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0">
                <a:solidFill>
                  <a:srgbClr val="13161F"/>
                </a:solidFill>
                <a:latin typeface="Arial"/>
                <a:cs typeface="Arial"/>
              </a:rPr>
              <a:t>Amb</a:t>
            </a:r>
            <a:r>
              <a:rPr dirty="0" sz="850" spc="-10">
                <a:solidFill>
                  <a:srgbClr val="383838"/>
                </a:solidFill>
                <a:latin typeface="Arial"/>
                <a:cs typeface="Arial"/>
              </a:rPr>
              <a:t>e</a:t>
            </a:r>
            <a:r>
              <a:rPr dirty="0" sz="850" spc="-10">
                <a:solidFill>
                  <a:srgbClr val="13161F"/>
                </a:solidFill>
                <a:latin typeface="Arial"/>
                <a:cs typeface="Arial"/>
              </a:rPr>
              <a:t>r</a:t>
            </a:r>
            <a:endParaRPr sz="85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72393" y="8608879"/>
            <a:ext cx="15684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33585" y="8777533"/>
            <a:ext cx="561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685" marR="2540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color/amber/50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#FFF9EB</a:t>
            </a:r>
            <a:endParaRPr sz="550">
              <a:latin typeface="Arial"/>
              <a:cs typeface="Arial"/>
            </a:endParaRPr>
          </a:p>
          <a:p>
            <a:pPr marL="12700" marR="5080" indent="4445">
              <a:lnSpc>
                <a:spcPts val="750"/>
              </a:lnSpc>
            </a:pPr>
            <a:r>
              <a:rPr dirty="0" sz="550" i="1">
                <a:solidFill>
                  <a:srgbClr val="979999"/>
                </a:solidFill>
                <a:latin typeface="Arial"/>
                <a:cs typeface="Arial"/>
              </a:rPr>
              <a:t>Background</a:t>
            </a:r>
            <a:r>
              <a:rPr dirty="0" sz="550" spc="-3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20" i="1">
                <a:solidFill>
                  <a:srgbClr val="979999"/>
                </a:solidFill>
                <a:latin typeface="Arial"/>
                <a:cs typeface="Arial"/>
              </a:rPr>
              <a:t>(low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emphasis)</a:t>
            </a:r>
            <a:endParaRPr sz="55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31461" y="9594079"/>
            <a:ext cx="33401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0">
                <a:solidFill>
                  <a:srgbClr val="13161F"/>
                </a:solidFill>
                <a:latin typeface="Arial"/>
                <a:cs typeface="Arial"/>
              </a:rPr>
              <a:t>Green</a:t>
            </a:r>
            <a:endParaRPr sz="85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72393" y="10144759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34412" y="10313413"/>
            <a:ext cx="561340" cy="38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42545" indent="-2540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color/green/50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#EDFCF4</a:t>
            </a:r>
            <a:endParaRPr sz="550">
              <a:latin typeface="Arial"/>
              <a:cs typeface="Arial"/>
            </a:endParaRPr>
          </a:p>
          <a:p>
            <a:pPr marL="15875" marR="5080">
              <a:lnSpc>
                <a:spcPct val="102699"/>
              </a:lnSpc>
              <a:spcBef>
                <a:spcPts val="65"/>
              </a:spcBef>
            </a:pPr>
            <a:r>
              <a:rPr dirty="0" sz="550" i="1">
                <a:solidFill>
                  <a:srgbClr val="979999"/>
                </a:solidFill>
                <a:latin typeface="Arial"/>
                <a:cs typeface="Arial"/>
              </a:rPr>
              <a:t>Background</a:t>
            </a:r>
            <a:r>
              <a:rPr dirty="0" sz="550" spc="-3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20" i="1">
                <a:solidFill>
                  <a:srgbClr val="979999"/>
                </a:solidFill>
                <a:latin typeface="Arial"/>
                <a:cs typeface="Arial"/>
              </a:rPr>
              <a:t>(low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emphasis)</a:t>
            </a:r>
            <a:endParaRPr sz="55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29307" y="11129959"/>
            <a:ext cx="25400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20">
                <a:solidFill>
                  <a:srgbClr val="13161F"/>
                </a:solidFill>
                <a:latin typeface="Arial"/>
                <a:cs typeface="Arial"/>
              </a:rPr>
              <a:t>Blue</a:t>
            </a:r>
            <a:endParaRPr sz="85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72393" y="11680638"/>
            <a:ext cx="15684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graphicFrame>
        <p:nvGraphicFramePr>
          <p:cNvPr id="36" name="object 36" descr=""/>
          <p:cNvGraphicFramePr>
            <a:graphicFrameLocks noGrp="1"/>
          </p:cNvGraphicFramePr>
          <p:nvPr/>
        </p:nvGraphicFramePr>
        <p:xfrm>
          <a:off x="223224" y="11876248"/>
          <a:ext cx="7221855" cy="441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030"/>
                <a:gridCol w="636270"/>
                <a:gridCol w="663575"/>
                <a:gridCol w="663575"/>
                <a:gridCol w="659130"/>
                <a:gridCol w="663574"/>
                <a:gridCol w="698500"/>
                <a:gridCol w="624839"/>
                <a:gridCol w="659764"/>
                <a:gridCol w="664209"/>
                <a:gridCol w="594359"/>
              </a:tblGrid>
              <a:tr h="83185">
                <a:tc>
                  <a:txBody>
                    <a:bodyPr/>
                    <a:lstStyle/>
                    <a:p>
                      <a:pPr marL="19050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color/blue/50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color/blue/100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color/blue/200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color/blue/300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color/blue/400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color/blue/500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color/blue/600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color/blue/700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color/blue/800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color/blue/900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color/blue/950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84785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#F2FBFE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23495">
                        <a:lnSpc>
                          <a:spcPts val="650"/>
                        </a:lnSpc>
                        <a:spcBef>
                          <a:spcPts val="20"/>
                        </a:spcBef>
                      </a:pPr>
                      <a:r>
                        <a:rPr dirty="0" sz="550" i="1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Background</a:t>
                      </a:r>
                      <a:r>
                        <a:rPr dirty="0" sz="550" spc="-30" i="1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2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(low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655"/>
                        </a:lnSpc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#D5FOFD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#B8ElF6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#9ACDE5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88900">
                        <a:lnSpc>
                          <a:spcPts val="620"/>
                        </a:lnSpc>
                        <a:spcBef>
                          <a:spcPts val="50"/>
                        </a:spcBef>
                      </a:pPr>
                      <a:r>
                        <a:rPr dirty="0" sz="550" spc="-10" i="1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Background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#7FB8D4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#47968D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#1E7BA8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88900">
                        <a:lnSpc>
                          <a:spcPts val="620"/>
                        </a:lnSpc>
                        <a:spcBef>
                          <a:spcPts val="50"/>
                        </a:spcBef>
                      </a:pPr>
                      <a:r>
                        <a:rPr dirty="0" sz="55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Background</a:t>
                      </a:r>
                      <a:r>
                        <a:rPr dirty="0" sz="550" spc="-3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(high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#1</a:t>
                      </a:r>
                      <a:r>
                        <a:rPr dirty="0" sz="550" spc="-10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6591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655"/>
                        </a:lnSpc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#124D70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#OE3A57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#082739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</a:tr>
              <a:tr h="90170">
                <a:tc>
                  <a:txBody>
                    <a:bodyPr/>
                    <a:lstStyle/>
                    <a:p>
                      <a:pPr marL="22860">
                        <a:lnSpc>
                          <a:spcPts val="610"/>
                        </a:lnSpc>
                      </a:pP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emphasis)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610"/>
                        </a:lnSpc>
                      </a:pPr>
                      <a:r>
                        <a:rPr dirty="0" sz="550" spc="-10" i="1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(medium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610"/>
                        </a:lnSpc>
                      </a:pP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emphasis)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83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560"/>
                        </a:lnSpc>
                      </a:pP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emphasis)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7" name="object 37" descr=""/>
          <p:cNvSpPr txBox="1"/>
          <p:nvPr/>
        </p:nvSpPr>
        <p:spPr>
          <a:xfrm>
            <a:off x="233184" y="12665837"/>
            <a:ext cx="35560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0">
                <a:solidFill>
                  <a:srgbClr val="13161F"/>
                </a:solidFill>
                <a:latin typeface="Arial"/>
                <a:cs typeface="Arial"/>
              </a:rPr>
              <a:t>Purple</a:t>
            </a:r>
            <a:endParaRPr sz="85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76701" y="13216517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494949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238720" y="13385162"/>
            <a:ext cx="5651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2413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color/purple/50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#F8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F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2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F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D</a:t>
            </a:r>
            <a:endParaRPr sz="550">
              <a:latin typeface="Arial"/>
              <a:cs typeface="Arial"/>
            </a:endParaRPr>
          </a:p>
          <a:p>
            <a:pPr marL="15875" marR="5080">
              <a:lnSpc>
                <a:spcPts val="750"/>
              </a:lnSpc>
            </a:pPr>
            <a:r>
              <a:rPr dirty="0" sz="550" i="1">
                <a:solidFill>
                  <a:srgbClr val="979999"/>
                </a:solidFill>
                <a:latin typeface="Arial"/>
                <a:cs typeface="Arial"/>
              </a:rPr>
              <a:t>Background</a:t>
            </a:r>
            <a:r>
              <a:rPr dirty="0" sz="550" spc="-3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20" i="1">
                <a:solidFill>
                  <a:srgbClr val="979999"/>
                </a:solidFill>
                <a:latin typeface="Arial"/>
                <a:cs typeface="Arial"/>
              </a:rPr>
              <a:t>(low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emphasis)</a:t>
            </a:r>
            <a:endParaRPr sz="55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240616" y="14206018"/>
            <a:ext cx="399415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0">
                <a:solidFill>
                  <a:srgbClr val="13161F"/>
                </a:solidFill>
                <a:latin typeface="Arial"/>
                <a:cs typeface="Arial"/>
              </a:rPr>
              <a:t>Orange</a:t>
            </a:r>
            <a:endParaRPr sz="850">
              <a:latin typeface="Arial"/>
              <a:cs typeface="Aria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676695" y="14760999"/>
            <a:ext cx="161290" cy="10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-25">
                <a:solidFill>
                  <a:srgbClr val="494949"/>
                </a:solidFill>
                <a:latin typeface="Arial"/>
                <a:cs typeface="Arial"/>
              </a:rPr>
              <a:t>AAA</a:t>
            </a:r>
            <a:endParaRPr sz="500">
              <a:latin typeface="Arial"/>
              <a:cs typeface="Aria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238720" y="14916739"/>
            <a:ext cx="567055" cy="395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129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color/orange/SO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FFF5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ED</a:t>
            </a:r>
            <a:endParaRPr sz="550">
              <a:latin typeface="Arial"/>
              <a:cs typeface="Arial"/>
            </a:endParaRPr>
          </a:p>
          <a:p>
            <a:pPr marL="15875" marR="6985">
              <a:lnSpc>
                <a:spcPct val="107800"/>
              </a:lnSpc>
            </a:pPr>
            <a:r>
              <a:rPr dirty="0" sz="550" i="1">
                <a:solidFill>
                  <a:srgbClr val="979999"/>
                </a:solidFill>
                <a:latin typeface="Arial"/>
                <a:cs typeface="Arial"/>
              </a:rPr>
              <a:t>Background</a:t>
            </a:r>
            <a:r>
              <a:rPr dirty="0" sz="550" spc="-3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20" i="1">
                <a:solidFill>
                  <a:srgbClr val="979999"/>
                </a:solidFill>
                <a:latin typeface="Arial"/>
                <a:cs typeface="Arial"/>
              </a:rPr>
              <a:t>(low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emphasis)</a:t>
            </a:r>
            <a:endParaRPr sz="550">
              <a:latin typeface="Arial"/>
              <a:cs typeface="Arial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242231" y="15741896"/>
            <a:ext cx="268605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20">
                <a:solidFill>
                  <a:srgbClr val="13161F"/>
                </a:solidFill>
                <a:latin typeface="Arial"/>
                <a:cs typeface="Arial"/>
              </a:rPr>
              <a:t>Lim</a:t>
            </a:r>
            <a:r>
              <a:rPr dirty="0" sz="850" spc="-20">
                <a:solidFill>
                  <a:srgbClr val="383838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1335841" y="7068702"/>
            <a:ext cx="15684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462A18"/>
                </a:solidFill>
                <a:latin typeface="Arial"/>
                <a:cs typeface="Arial"/>
              </a:rPr>
              <a:t>AA</a:t>
            </a: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</a:t>
            </a:r>
            <a:endParaRPr sz="55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335841" y="8608879"/>
            <a:ext cx="15684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63D1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335841" y="10144759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331526" y="11684941"/>
            <a:ext cx="161290" cy="10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00">
              <a:latin typeface="Arial"/>
              <a:cs typeface="Arial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2235903" y="7068702"/>
            <a:ext cx="590550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1651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462A1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2912275" y="7077302"/>
            <a:ext cx="579755" cy="10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17780">
              <a:lnSpc>
                <a:spcPct val="100000"/>
              </a:lnSpc>
              <a:spcBef>
                <a:spcPts val="105"/>
              </a:spcBef>
            </a:pPr>
            <a:r>
              <a:rPr dirty="0" sz="500" spc="-25" b="1">
                <a:solidFill>
                  <a:srgbClr val="4F0E05"/>
                </a:solidFill>
                <a:latin typeface="Arial"/>
                <a:cs typeface="Arial"/>
              </a:rPr>
              <a:t>AAA</a:t>
            </a:r>
            <a:endParaRPr sz="500">
              <a:latin typeface="Arial"/>
              <a:cs typeface="Aria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893552" y="8768936"/>
            <a:ext cx="583565" cy="215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129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color/amber/100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#FFEFCA</a:t>
            </a:r>
            <a:endParaRPr sz="550">
              <a:latin typeface="Arial"/>
              <a:cs typeface="Aria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556999" y="8768936"/>
            <a:ext cx="578485" cy="215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129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color/amber/200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#FFE39E</a:t>
            </a:r>
            <a:endParaRPr sz="550">
              <a:latin typeface="Arial"/>
              <a:cs typeface="Aria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2216139" y="8768936"/>
            <a:ext cx="583565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129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color/amber/300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#FFD469</a:t>
            </a:r>
            <a:endParaRPr sz="5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50"/>
              </a:spcBef>
            </a:pP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Background</a:t>
            </a:r>
            <a:endParaRPr sz="550">
              <a:latin typeface="Arial"/>
              <a:cs typeface="Arial"/>
            </a:endParaRPr>
          </a:p>
          <a:p>
            <a:pPr marL="15875" marR="225425" indent="-2540">
              <a:lnSpc>
                <a:spcPct val="107800"/>
              </a:lnSpc>
              <a:spcBef>
                <a:spcPts val="35"/>
              </a:spcBef>
            </a:pP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(medium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emphasis)</a:t>
            </a:r>
            <a:endParaRPr sz="550">
              <a:latin typeface="Arial"/>
              <a:cs typeface="Aria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2878759" y="8768936"/>
            <a:ext cx="589915" cy="395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 marR="10160" indent="-2540">
              <a:lnSpc>
                <a:spcPct val="112900"/>
              </a:lnSpc>
              <a:spcBef>
                <a:spcPts val="100"/>
              </a:spcBef>
            </a:pPr>
            <a:r>
              <a:rPr dirty="0" sz="550" spc="-10">
                <a:solidFill>
                  <a:srgbClr val="383838"/>
                </a:solidFill>
                <a:latin typeface="Arial"/>
                <a:cs typeface="Arial"/>
              </a:rPr>
              <a:t>color/amber/400</a:t>
            </a:r>
            <a:r>
              <a:rPr dirty="0" sz="550" spc="50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#F7BF39</a:t>
            </a:r>
            <a:endParaRPr sz="550">
              <a:latin typeface="Arial"/>
              <a:cs typeface="Arial"/>
            </a:endParaRPr>
          </a:p>
          <a:p>
            <a:pPr marL="12700" marR="5080" indent="4445">
              <a:lnSpc>
                <a:spcPct val="107800"/>
              </a:lnSpc>
            </a:pPr>
            <a:r>
              <a:rPr dirty="0" sz="550" i="1">
                <a:solidFill>
                  <a:srgbClr val="979999"/>
                </a:solidFill>
                <a:latin typeface="Arial"/>
                <a:cs typeface="Arial"/>
              </a:rPr>
              <a:t>Background</a:t>
            </a:r>
            <a:r>
              <a:rPr dirty="0" sz="550" spc="-3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(high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emphasis)</a:t>
            </a:r>
            <a:endParaRPr sz="550">
              <a:latin typeface="Arial"/>
              <a:cs typeface="Arial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3538725" y="8768936"/>
            <a:ext cx="583565" cy="215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129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color/amber/500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#E6A100</a:t>
            </a:r>
            <a:endParaRPr sz="550">
              <a:latin typeface="Arial"/>
              <a:cs typeface="Arial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4202173" y="8768936"/>
            <a:ext cx="583565" cy="215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12900"/>
              </a:lnSpc>
              <a:spcBef>
                <a:spcPts val="100"/>
              </a:spcBef>
            </a:pPr>
            <a:r>
              <a:rPr dirty="0" sz="550" spc="-10">
                <a:solidFill>
                  <a:srgbClr val="383838"/>
                </a:solidFill>
                <a:latin typeface="Arial"/>
                <a:cs typeface="Arial"/>
              </a:rPr>
              <a:t>color/amber/600</a:t>
            </a:r>
            <a:r>
              <a:rPr dirty="0" sz="550" spc="50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#C97900</a:t>
            </a:r>
            <a:endParaRPr sz="550">
              <a:latin typeface="Arial"/>
              <a:cs typeface="Arial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4861313" y="8768936"/>
            <a:ext cx="583565" cy="305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129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color/amber/700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#A15300</a:t>
            </a:r>
            <a:endParaRPr sz="55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  <a:spcBef>
                <a:spcPts val="50"/>
              </a:spcBef>
            </a:pPr>
            <a:r>
              <a:rPr dirty="0" sz="550" i="1">
                <a:solidFill>
                  <a:srgbClr val="979999"/>
                </a:solidFill>
                <a:latin typeface="Arial"/>
                <a:cs typeface="Arial"/>
              </a:rPr>
              <a:t>Warning</a:t>
            </a:r>
            <a:r>
              <a:rPr dirty="0" sz="550" spc="15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20" i="1">
                <a:solidFill>
                  <a:srgbClr val="979999"/>
                </a:solidFill>
                <a:latin typeface="Arial"/>
                <a:cs typeface="Arial"/>
              </a:rPr>
              <a:t>text</a:t>
            </a:r>
            <a:endParaRPr sz="550">
              <a:latin typeface="Arial"/>
              <a:cs typeface="Arial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5524761" y="8768936"/>
            <a:ext cx="582295" cy="215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129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color/amber/BOO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#873905</a:t>
            </a:r>
            <a:endParaRPr sz="550">
              <a:latin typeface="Arial"/>
              <a:cs typeface="Arial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6183900" y="8768936"/>
            <a:ext cx="583565" cy="215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12900"/>
              </a:lnSpc>
              <a:spcBef>
                <a:spcPts val="100"/>
              </a:spcBef>
            </a:pPr>
            <a:r>
              <a:rPr dirty="0" sz="550" spc="-10">
                <a:solidFill>
                  <a:srgbClr val="383838"/>
                </a:solidFill>
                <a:latin typeface="Arial"/>
                <a:cs typeface="Arial"/>
              </a:rPr>
              <a:t>color/amber/900</a:t>
            </a:r>
            <a:r>
              <a:rPr dirty="0" sz="550" spc="50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#662900</a:t>
            </a:r>
            <a:endParaRPr sz="550">
              <a:latin typeface="Arial"/>
              <a:cs typeface="Arial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6847347" y="8768936"/>
            <a:ext cx="583565" cy="215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129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color/amber/950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#451COO</a:t>
            </a:r>
            <a:endParaRPr sz="550">
              <a:latin typeface="Arial"/>
              <a:cs typeface="Arial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335841" y="13216517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412A4F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1994980" y="7068702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462A1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1994980" y="8608879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462A1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2658428" y="8604581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462A1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2769191" y="8187266"/>
            <a:ext cx="57150" cy="1803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50">
                <a:solidFill>
                  <a:srgbClr val="DDBA1D"/>
                </a:solidFill>
                <a:latin typeface="Times New Roman"/>
                <a:cs typeface="Times New Roman"/>
              </a:rPr>
              <a:t>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2899351" y="8617484"/>
            <a:ext cx="592455" cy="977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17780">
              <a:lnSpc>
                <a:spcPct val="100000"/>
              </a:lnSpc>
              <a:spcBef>
                <a:spcPts val="125"/>
              </a:spcBef>
            </a:pPr>
            <a:r>
              <a:rPr dirty="0" sz="450" spc="-25" b="1">
                <a:solidFill>
                  <a:srgbClr val="462A18"/>
                </a:solidFill>
                <a:latin typeface="Arial"/>
                <a:cs typeface="Arial"/>
              </a:rPr>
              <a:t>AAA</a:t>
            </a:r>
            <a:endParaRPr sz="450">
              <a:latin typeface="Arial"/>
              <a:cs typeface="Arial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1994980" y="10144759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4093695" y="8247498"/>
            <a:ext cx="80010" cy="128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55">
                <a:solidFill>
                  <a:srgbClr val="CF991C"/>
                </a:solidFill>
                <a:latin typeface="Arial"/>
                <a:cs typeface="Arial"/>
              </a:rPr>
              <a:t>....</a:t>
            </a:r>
            <a:endParaRPr sz="650">
              <a:latin typeface="Arial"/>
              <a:cs typeface="Arial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3980908" y="8613182"/>
            <a:ext cx="161290" cy="10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-25" b="1">
                <a:solidFill>
                  <a:srgbClr val="462A18"/>
                </a:solidFill>
                <a:latin typeface="Arial"/>
                <a:cs typeface="Arial"/>
              </a:rPr>
              <a:t>AAA</a:t>
            </a:r>
            <a:endParaRPr sz="500">
              <a:latin typeface="Arial"/>
              <a:cs typeface="Arial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2632922" y="10140460"/>
            <a:ext cx="871219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u="sng" baseline="49382" sz="675" b="1">
                <a:solidFill>
                  <a:srgbClr val="383838"/>
                </a:solidFill>
                <a:uFill>
                  <a:solidFill>
                    <a:srgbClr val="383838"/>
                  </a:solidFill>
                </a:uFill>
                <a:latin typeface="Arial"/>
                <a:cs typeface="Arial"/>
              </a:rPr>
              <a:t>AAA</a:t>
            </a:r>
            <a:r>
              <a:rPr dirty="0" baseline="49382" sz="675" spc="345" b="1">
                <a:solidFill>
                  <a:srgbClr val="383838"/>
                </a:solidFill>
                <a:latin typeface="Arial"/>
                <a:cs typeface="Arial"/>
              </a:rPr>
              <a:t>  </a:t>
            </a:r>
            <a:r>
              <a:rPr dirty="0" baseline="49382" sz="675" spc="322">
                <a:solidFill>
                  <a:srgbClr val="77BA9E"/>
                </a:solidFill>
                <a:latin typeface="Arial"/>
                <a:cs typeface="Arial"/>
              </a:rPr>
              <a:t>"</a:t>
            </a:r>
            <a:r>
              <a:rPr dirty="0" sz="1150" spc="215">
                <a:solidFill>
                  <a:srgbClr val="77BA9E"/>
                </a:solidFill>
                <a:latin typeface="Arial"/>
                <a:cs typeface="Arial"/>
              </a:rPr>
              <a:t>-</a:t>
            </a:r>
            <a:r>
              <a:rPr dirty="0" sz="1150" spc="395">
                <a:solidFill>
                  <a:srgbClr val="77BA9E"/>
                </a:solidFill>
                <a:latin typeface="Arial"/>
                <a:cs typeface="Arial"/>
              </a:rPr>
              <a:t>---</a:t>
            </a:r>
            <a:r>
              <a:rPr dirty="0" sz="1150" spc="-225">
                <a:solidFill>
                  <a:srgbClr val="77BA9E"/>
                </a:solidFill>
                <a:latin typeface="Arial"/>
                <a:cs typeface="Arial"/>
              </a:rPr>
              <a:t>-</a:t>
            </a:r>
            <a:r>
              <a:rPr dirty="0" baseline="66666" sz="750" spc="-217" b="1">
                <a:solidFill>
                  <a:srgbClr val="383838"/>
                </a:solidFill>
                <a:latin typeface="Arial"/>
                <a:cs typeface="Arial"/>
              </a:rPr>
              <a:t>AA</a:t>
            </a:r>
            <a:r>
              <a:rPr dirty="0" sz="1150" spc="-145">
                <a:solidFill>
                  <a:srgbClr val="77BA9E"/>
                </a:solidFill>
                <a:latin typeface="Arial"/>
                <a:cs typeface="Arial"/>
              </a:rPr>
              <a:t>-</a:t>
            </a:r>
            <a:r>
              <a:rPr dirty="0" baseline="66666" sz="750" spc="-75" b="1">
                <a:solidFill>
                  <a:srgbClr val="383838"/>
                </a:solidFill>
                <a:latin typeface="Arial"/>
                <a:cs typeface="Arial"/>
              </a:rPr>
              <a:t>A</a:t>
            </a:r>
            <a:endParaRPr baseline="66666" sz="750">
              <a:latin typeface="Arial"/>
              <a:cs typeface="Arial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2217414" y="10313413"/>
            <a:ext cx="560070" cy="481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 marR="5080" indent="-2540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color/green/300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#9BEOC1</a:t>
            </a:r>
            <a:endParaRPr sz="550">
              <a:latin typeface="Arial"/>
              <a:cs typeface="Arial"/>
            </a:endParaRPr>
          </a:p>
          <a:p>
            <a:pPr marL="12700" marR="157480" indent="2540">
              <a:lnSpc>
                <a:spcPct val="107800"/>
              </a:lnSpc>
              <a:spcBef>
                <a:spcPts val="35"/>
              </a:spcBef>
            </a:pP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Background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(medium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emphasis)</a:t>
            </a:r>
            <a:endParaRPr sz="550">
              <a:latin typeface="Arial"/>
              <a:cs typeface="Arial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3522542" y="9827256"/>
            <a:ext cx="144145" cy="43370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algn="ctr" marR="22860">
              <a:lnSpc>
                <a:spcPct val="100000"/>
              </a:lnSpc>
              <a:spcBef>
                <a:spcPts val="355"/>
              </a:spcBef>
            </a:pPr>
            <a:r>
              <a:rPr dirty="0" sz="550" spc="-50">
                <a:solidFill>
                  <a:srgbClr val="4FA77C"/>
                </a:solidFill>
                <a:latin typeface="Arial"/>
                <a:cs typeface="Arial"/>
              </a:rPr>
              <a:t>'</a:t>
            </a:r>
            <a:endParaRPr sz="550">
              <a:latin typeface="Arial"/>
              <a:cs typeface="Arial"/>
            </a:endParaRPr>
          </a:p>
          <a:p>
            <a:pPr algn="ctr" marR="28575">
              <a:lnSpc>
                <a:spcPts val="944"/>
              </a:lnSpc>
              <a:spcBef>
                <a:spcPts val="345"/>
              </a:spcBef>
            </a:pPr>
            <a:r>
              <a:rPr dirty="0" sz="800" spc="-50">
                <a:solidFill>
                  <a:srgbClr val="4FA77C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1005"/>
              </a:lnSpc>
            </a:pPr>
            <a:r>
              <a:rPr dirty="0" baseline="37037" sz="450" spc="-104">
                <a:solidFill>
                  <a:srgbClr val="4FA77C"/>
                </a:solidFill>
                <a:latin typeface="Arial"/>
                <a:cs typeface="Arial"/>
              </a:rPr>
              <a:t>(</a:t>
            </a:r>
            <a:r>
              <a:rPr dirty="0" baseline="37037" sz="450" spc="37">
                <a:solidFill>
                  <a:srgbClr val="4FA77C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4FA77C"/>
                </a:solidFill>
                <a:latin typeface="Arial"/>
                <a:cs typeface="Arial"/>
              </a:rPr>
              <a:t>..</a:t>
            </a:r>
            <a:endParaRPr sz="850">
              <a:latin typeface="Arial"/>
              <a:cs typeface="Arial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3984468" y="10110347"/>
            <a:ext cx="19177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18518" sz="900" spc="-89">
                <a:solidFill>
                  <a:srgbClr val="4FA77C"/>
                </a:solidFill>
                <a:latin typeface="Times New Roman"/>
                <a:cs typeface="Times New Roman"/>
              </a:rPr>
              <a:t>.</a:t>
            </a:r>
            <a:r>
              <a:rPr dirty="0" sz="300" spc="-60" i="1">
                <a:solidFill>
                  <a:srgbClr val="4FA77C"/>
                </a:solidFill>
                <a:latin typeface="Arial"/>
                <a:cs typeface="Arial"/>
              </a:rPr>
              <a:t>�</a:t>
            </a:r>
            <a:r>
              <a:rPr dirty="0" baseline="-18518" sz="900" spc="-89">
                <a:solidFill>
                  <a:srgbClr val="4FA77C"/>
                </a:solidFill>
                <a:latin typeface="Times New Roman"/>
                <a:cs typeface="Times New Roman"/>
              </a:rPr>
              <a:t>.</a:t>
            </a:r>
            <a:r>
              <a:rPr dirty="0" sz="300" spc="-60" i="1">
                <a:solidFill>
                  <a:srgbClr val="4FA77C"/>
                </a:solidFill>
                <a:latin typeface="Arial"/>
                <a:cs typeface="Arial"/>
              </a:rPr>
              <a:t>1</a:t>
            </a:r>
            <a:r>
              <a:rPr dirty="0" baseline="-18518" sz="900" spc="-89">
                <a:solidFill>
                  <a:srgbClr val="4FA77C"/>
                </a:solidFill>
                <a:latin typeface="Times New Roman"/>
                <a:cs typeface="Times New Roman"/>
              </a:rPr>
              <a:t>_</a:t>
            </a:r>
            <a:r>
              <a:rPr dirty="0" sz="300" spc="-60" i="1">
                <a:solidFill>
                  <a:srgbClr val="4FA77C"/>
                </a:solidFill>
                <a:latin typeface="Arial"/>
                <a:cs typeface="Arial"/>
              </a:rPr>
              <a:t>'.</a:t>
            </a:r>
            <a:r>
              <a:rPr dirty="0" baseline="-27777" sz="600" spc="-89">
                <a:solidFill>
                  <a:srgbClr val="4FA77C"/>
                </a:solidFill>
                <a:latin typeface="Arial"/>
                <a:cs typeface="Arial"/>
              </a:rPr>
              <a:t>.</a:t>
            </a:r>
            <a:r>
              <a:rPr dirty="0" sz="300" spc="-60" i="1">
                <a:solidFill>
                  <a:srgbClr val="4FA77C"/>
                </a:solidFill>
                <a:latin typeface="Arial"/>
                <a:cs typeface="Arial"/>
              </a:rPr>
              <a:t>:</a:t>
            </a:r>
            <a:r>
              <a:rPr dirty="0" baseline="-27777" sz="600" spc="-89">
                <a:solidFill>
                  <a:srgbClr val="4FA77C"/>
                </a:solidFill>
                <a:latin typeface="Arial"/>
                <a:cs typeface="Arial"/>
              </a:rPr>
              <a:t>..</a:t>
            </a:r>
            <a:r>
              <a:rPr dirty="0" sz="300" spc="-60" i="1">
                <a:solidFill>
                  <a:srgbClr val="4FA77C"/>
                </a:solidFill>
                <a:latin typeface="Arial"/>
                <a:cs typeface="Arial"/>
              </a:rPr>
              <a:t>"\;</a:t>
            </a:r>
            <a:endParaRPr sz="300">
              <a:latin typeface="Arial"/>
              <a:cs typeface="Arial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4090826" y="10174875"/>
            <a:ext cx="31750" cy="72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300" spc="-50">
                <a:solidFill>
                  <a:srgbClr val="77BA9E"/>
                </a:solidFill>
                <a:latin typeface="Times New Roman"/>
                <a:cs typeface="Times New Roman"/>
              </a:rPr>
              <a:t>,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897860" y="10313413"/>
            <a:ext cx="561975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color/green/100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#D7F7E9</a:t>
            </a:r>
            <a:endParaRPr sz="550">
              <a:latin typeface="Arial"/>
              <a:cs typeface="Arial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1556999" y="10313413"/>
            <a:ext cx="561975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color/green/200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#B8F2D8</a:t>
            </a:r>
            <a:endParaRPr sz="550">
              <a:latin typeface="Arial"/>
              <a:cs typeface="Arial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2879586" y="10313413"/>
            <a:ext cx="561975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color/green/400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#76C4Al</a:t>
            </a:r>
            <a:endParaRPr sz="550">
              <a:latin typeface="Arial"/>
              <a:cs typeface="Arial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3538725" y="10313413"/>
            <a:ext cx="561975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color/green/500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#39A273</a:t>
            </a:r>
            <a:endParaRPr sz="550">
              <a:latin typeface="Arial"/>
              <a:cs typeface="Arial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4200106" y="10313413"/>
            <a:ext cx="586740" cy="477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955" marR="27305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color/green/600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#248056</a:t>
            </a:r>
            <a:endParaRPr sz="550">
              <a:latin typeface="Arial"/>
              <a:cs typeface="Arial"/>
            </a:endParaRPr>
          </a:p>
          <a:p>
            <a:pPr marL="13335" marR="5080" indent="-1270">
              <a:lnSpc>
                <a:spcPct val="105200"/>
              </a:lnSpc>
              <a:spcBef>
                <a:spcPts val="50"/>
              </a:spcBef>
            </a:pPr>
            <a:r>
              <a:rPr dirty="0" sz="550" spc="10" i="1">
                <a:solidFill>
                  <a:srgbClr val="979999"/>
                </a:solidFill>
                <a:latin typeface="Arial"/>
                <a:cs typeface="Arial"/>
              </a:rPr>
              <a:t>Success</a:t>
            </a:r>
            <a:r>
              <a:rPr dirty="0" sz="550" spc="-2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838589"/>
                </a:solidFill>
                <a:latin typeface="Arial"/>
                <a:cs typeface="Arial"/>
              </a:rPr>
              <a:t>text,</a:t>
            </a:r>
            <a:r>
              <a:rPr dirty="0" sz="550" spc="500" i="1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550" i="1">
                <a:solidFill>
                  <a:srgbClr val="838589"/>
                </a:solidFill>
                <a:latin typeface="Arial"/>
                <a:cs typeface="Arial"/>
              </a:rPr>
              <a:t>background</a:t>
            </a:r>
            <a:r>
              <a:rPr dirty="0" sz="550" spc="25" i="1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(high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emphasis)</a:t>
            </a:r>
            <a:endParaRPr sz="550">
              <a:latin typeface="Arial"/>
              <a:cs typeface="Arial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4861313" y="10313413"/>
            <a:ext cx="567055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color/green/700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u="sng" sz="550" spc="-10">
                <a:solidFill>
                  <a:srgbClr val="67449E"/>
                </a:solidFill>
                <a:uFill>
                  <a:solidFill>
                    <a:srgbClr val="67449E"/>
                  </a:solidFill>
                </a:uFill>
                <a:latin typeface="Arial"/>
                <a:cs typeface="Arial"/>
              </a:rPr>
              <a:t>#JF6645</a:t>
            </a:r>
            <a:endParaRPr sz="550">
              <a:latin typeface="Arial"/>
              <a:cs typeface="Arial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5524761" y="10313413"/>
            <a:ext cx="561975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color/green/800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#1A4F36</a:t>
            </a:r>
            <a:endParaRPr sz="550">
              <a:latin typeface="Arial"/>
              <a:cs typeface="Arial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6183900" y="10313413"/>
            <a:ext cx="567055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color/green/900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#153C2A</a:t>
            </a:r>
            <a:endParaRPr sz="550">
              <a:latin typeface="Arial"/>
              <a:cs typeface="Arial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6847347" y="10313413"/>
            <a:ext cx="553085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colo</a:t>
            </a:r>
            <a:r>
              <a:rPr dirty="0" sz="550" spc="-10">
                <a:solidFill>
                  <a:srgbClr val="383838"/>
                </a:solidFill>
                <a:latin typeface="Arial"/>
                <a:cs typeface="Arial"/>
              </a:rPr>
              <a:t>r/green/950</a:t>
            </a:r>
            <a:r>
              <a:rPr dirty="0" sz="550" spc="50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#O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E23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18</a:t>
            </a:r>
            <a:endParaRPr sz="550">
              <a:latin typeface="Arial"/>
              <a:cs typeface="Arial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1994973" y="11684941"/>
            <a:ext cx="161290" cy="10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00">
              <a:latin typeface="Arial"/>
              <a:cs typeface="Arial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1999289" y="13216517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412A4F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2633021" y="11633315"/>
            <a:ext cx="883919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383838"/>
                </a:solidFill>
                <a:latin typeface="Arial"/>
                <a:cs typeface="Arial"/>
              </a:rPr>
              <a:t>A</a:t>
            </a:r>
            <a:r>
              <a:rPr dirty="0" sz="500">
                <a:solidFill>
                  <a:srgbClr val="13161F"/>
                </a:solidFill>
                <a:latin typeface="Arial"/>
                <a:cs typeface="Arial"/>
              </a:rPr>
              <a:t>A</a:t>
            </a:r>
            <a:r>
              <a:rPr dirty="0" sz="500">
                <a:solidFill>
                  <a:srgbClr val="383838"/>
                </a:solidFill>
                <a:latin typeface="Arial"/>
                <a:cs typeface="Arial"/>
              </a:rPr>
              <a:t>A</a:t>
            </a:r>
            <a:r>
              <a:rPr dirty="0" sz="500" spc="185">
                <a:solidFill>
                  <a:srgbClr val="383838"/>
                </a:solidFill>
                <a:latin typeface="Arial"/>
                <a:cs typeface="Arial"/>
              </a:rPr>
              <a:t>  </a:t>
            </a:r>
            <a:r>
              <a:rPr dirty="0" sz="500" spc="-165">
                <a:solidFill>
                  <a:srgbClr val="82AABF"/>
                </a:solidFill>
                <a:latin typeface="Arial"/>
                <a:cs typeface="Arial"/>
              </a:rPr>
              <a:t>,.</a:t>
            </a:r>
            <a:r>
              <a:rPr dirty="0" baseline="-29239" sz="1425" spc="-247">
                <a:solidFill>
                  <a:srgbClr val="82AABF"/>
                </a:solidFill>
                <a:latin typeface="Arial"/>
                <a:cs typeface="Arial"/>
              </a:rPr>
              <a:t>-</a:t>
            </a:r>
            <a:r>
              <a:rPr dirty="0" sz="500" spc="-10">
                <a:solidFill>
                  <a:srgbClr val="82AABF"/>
                </a:solidFill>
                <a:latin typeface="Arial"/>
                <a:cs typeface="Arial"/>
              </a:rPr>
              <a:t>,_</a:t>
            </a:r>
            <a:r>
              <a:rPr dirty="0" sz="500" spc="315">
                <a:solidFill>
                  <a:srgbClr val="82AABF"/>
                </a:solidFill>
                <a:latin typeface="Arial"/>
                <a:cs typeface="Arial"/>
              </a:rPr>
              <a:t> </a:t>
            </a:r>
            <a:r>
              <a:rPr dirty="0" baseline="-29239" sz="1425" spc="712">
                <a:solidFill>
                  <a:srgbClr val="82AABF"/>
                </a:solidFill>
                <a:latin typeface="Arial"/>
                <a:cs typeface="Arial"/>
              </a:rPr>
              <a:t>---</a:t>
            </a:r>
            <a:r>
              <a:rPr dirty="0" baseline="-29239" sz="1425" spc="-165">
                <a:solidFill>
                  <a:srgbClr val="82AABF"/>
                </a:solidFill>
                <a:latin typeface="Arial"/>
                <a:cs typeface="Arial"/>
              </a:rPr>
              <a:t>-</a:t>
            </a:r>
            <a:r>
              <a:rPr dirty="0" baseline="5555" sz="750" spc="-195" b="1">
                <a:solidFill>
                  <a:srgbClr val="13161F"/>
                </a:solidFill>
                <a:latin typeface="Arial"/>
                <a:cs typeface="Arial"/>
              </a:rPr>
              <a:t>AA</a:t>
            </a:r>
            <a:r>
              <a:rPr dirty="0" baseline="-29239" sz="1425" spc="-195">
                <a:solidFill>
                  <a:srgbClr val="82AABF"/>
                </a:solidFill>
                <a:latin typeface="Arial"/>
                <a:cs typeface="Arial"/>
              </a:rPr>
              <a:t>-</a:t>
            </a:r>
            <a:r>
              <a:rPr dirty="0" baseline="5555" sz="750" spc="-89" b="1">
                <a:solidFill>
                  <a:srgbClr val="13161F"/>
                </a:solidFill>
                <a:latin typeface="Arial"/>
                <a:cs typeface="Arial"/>
              </a:rPr>
              <a:t>A</a:t>
            </a:r>
            <a:endParaRPr baseline="5555" sz="750">
              <a:latin typeface="Arial"/>
              <a:cs typeface="Arial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2910121" y="13255237"/>
            <a:ext cx="586105" cy="10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17780">
              <a:lnSpc>
                <a:spcPct val="100000"/>
              </a:lnSpc>
              <a:spcBef>
                <a:spcPts val="105"/>
              </a:spcBef>
            </a:pPr>
            <a:r>
              <a:rPr dirty="0" u="sng" sz="500" spc="-25" b="1">
                <a:solidFill>
                  <a:srgbClr val="2D133D"/>
                </a:solidFill>
                <a:uFill>
                  <a:solidFill>
                    <a:srgbClr val="2D133D"/>
                  </a:solidFill>
                </a:uFill>
                <a:latin typeface="Arial"/>
                <a:cs typeface="Arial"/>
              </a:rPr>
              <a:t>AAA</a:t>
            </a:r>
            <a:endParaRPr sz="500">
              <a:latin typeface="Arial"/>
              <a:cs typeface="Arial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3521727" y="13229423"/>
            <a:ext cx="6502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27777" sz="750" spc="-247">
                <a:solidFill>
                  <a:srgbClr val="9770B8"/>
                </a:solidFill>
                <a:latin typeface="Arial"/>
                <a:cs typeface="Arial"/>
              </a:rPr>
              <a:t>"</a:t>
            </a:r>
            <a:r>
              <a:rPr dirty="0" sz="950" spc="-165">
                <a:solidFill>
                  <a:srgbClr val="9770B8"/>
                </a:solidFill>
                <a:latin typeface="Arial"/>
                <a:cs typeface="Arial"/>
              </a:rPr>
              <a:t>-</a:t>
            </a:r>
            <a:r>
              <a:rPr dirty="0" baseline="27777" sz="750">
                <a:solidFill>
                  <a:srgbClr val="9770B8"/>
                </a:solidFill>
                <a:latin typeface="Arial"/>
                <a:cs typeface="Arial"/>
              </a:rPr>
              <a:t>"</a:t>
            </a:r>
            <a:r>
              <a:rPr dirty="0" baseline="27777" sz="750" spc="622">
                <a:solidFill>
                  <a:srgbClr val="9770B8"/>
                </a:solidFill>
                <a:latin typeface="Arial"/>
                <a:cs typeface="Arial"/>
              </a:rPr>
              <a:t> </a:t>
            </a:r>
            <a:r>
              <a:rPr dirty="0" sz="950" spc="475">
                <a:solidFill>
                  <a:srgbClr val="9770B8"/>
                </a:solidFill>
                <a:latin typeface="Arial"/>
                <a:cs typeface="Arial"/>
              </a:rPr>
              <a:t>---</a:t>
            </a:r>
            <a:r>
              <a:rPr dirty="0" sz="950" spc="229">
                <a:solidFill>
                  <a:srgbClr val="9770B8"/>
                </a:solidFill>
                <a:latin typeface="Arial"/>
                <a:cs typeface="Arial"/>
              </a:rPr>
              <a:t>-</a:t>
            </a:r>
            <a:r>
              <a:rPr dirty="0" baseline="50505" sz="825" spc="-277" b="1">
                <a:solidFill>
                  <a:srgbClr val="2D133D"/>
                </a:solidFill>
                <a:latin typeface="Arial"/>
                <a:cs typeface="Arial"/>
              </a:rPr>
              <a:t>A</a:t>
            </a:r>
            <a:r>
              <a:rPr dirty="0" sz="950" spc="-185">
                <a:solidFill>
                  <a:srgbClr val="9770B8"/>
                </a:solidFill>
                <a:latin typeface="Arial"/>
                <a:cs typeface="Arial"/>
              </a:rPr>
              <a:t>-</a:t>
            </a:r>
            <a:r>
              <a:rPr dirty="0" baseline="50505" sz="825" spc="-75" b="1">
                <a:solidFill>
                  <a:srgbClr val="2D133D"/>
                </a:solidFill>
                <a:latin typeface="Arial"/>
                <a:cs typeface="Arial"/>
              </a:rPr>
              <a:t>A</a:t>
            </a:r>
            <a:endParaRPr baseline="50505" sz="825">
              <a:latin typeface="Arial"/>
              <a:cs typeface="Arial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4268327" y="5652376"/>
            <a:ext cx="129539" cy="76200"/>
          </a:xfrm>
          <a:prstGeom prst="rect">
            <a:avLst/>
          </a:prstGeom>
          <a:solidFill>
            <a:srgbClr val="1A49D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95"/>
              </a:lnSpc>
            </a:pPr>
            <a:r>
              <a:rPr dirty="0" sz="550" spc="-25" b="1">
                <a:solidFill>
                  <a:srgbClr val="EDFBF9"/>
                </a:solidFill>
                <a:latin typeface="Arial"/>
                <a:cs typeface="Arial"/>
              </a:rPr>
              <a:t>FIE</a:t>
            </a:r>
            <a:endParaRPr sz="550">
              <a:latin typeface="Arial"/>
              <a:cs typeface="Arial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4268327" y="5728167"/>
            <a:ext cx="129539" cy="80010"/>
          </a:xfrm>
          <a:prstGeom prst="rect">
            <a:avLst/>
          </a:prstGeom>
          <a:solidFill>
            <a:srgbClr val="1A49D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35"/>
              </a:lnSpc>
            </a:pPr>
            <a:r>
              <a:rPr dirty="0" sz="550" spc="-25" b="1">
                <a:solidFill>
                  <a:srgbClr val="EDFBF9"/>
                </a:solidFill>
                <a:latin typeface="Arial"/>
                <a:cs typeface="Arial"/>
              </a:rPr>
              <a:t>LD.</a:t>
            </a:r>
            <a:endParaRPr sz="550">
              <a:latin typeface="Arial"/>
              <a:cs typeface="Arial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4695933" y="5712908"/>
            <a:ext cx="99060" cy="92075"/>
          </a:xfrm>
          <a:prstGeom prst="rect">
            <a:avLst/>
          </a:prstGeom>
          <a:solidFill>
            <a:srgbClr val="1A49D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55"/>
              </a:lnSpc>
            </a:pPr>
            <a:r>
              <a:rPr dirty="0" sz="550" spc="-25">
                <a:solidFill>
                  <a:srgbClr val="BFE2FB"/>
                </a:solidFill>
                <a:latin typeface="Arial"/>
                <a:cs typeface="Arial"/>
              </a:rPr>
              <a:t>AA</a:t>
            </a:r>
            <a:endParaRPr sz="550">
              <a:latin typeface="Arial"/>
              <a:cs typeface="Arial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897860" y="13385162"/>
            <a:ext cx="589280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color/purple/100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F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2D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FFF</a:t>
            </a:r>
            <a:endParaRPr sz="550">
              <a:latin typeface="Arial"/>
              <a:cs typeface="Arial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561307" y="13385162"/>
            <a:ext cx="584200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color/purple/200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#E8C5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F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F</a:t>
            </a:r>
            <a:endParaRPr sz="550">
              <a:latin typeface="Arial"/>
              <a:cs typeface="Arial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2220446" y="13385162"/>
            <a:ext cx="589280" cy="481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color/purple/300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#07AE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F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2</a:t>
            </a:r>
            <a:endParaRPr sz="550">
              <a:latin typeface="Arial"/>
              <a:cs typeface="Arial"/>
            </a:endParaRPr>
          </a:p>
          <a:p>
            <a:pPr marL="13970" marR="185420" indent="2540">
              <a:lnSpc>
                <a:spcPct val="107800"/>
              </a:lnSpc>
              <a:spcBef>
                <a:spcPts val="35"/>
              </a:spcBef>
            </a:pP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Background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(medium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emphasis)</a:t>
            </a:r>
            <a:endParaRPr sz="550">
              <a:latin typeface="Arial"/>
              <a:cs typeface="Arial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2883894" y="13385162"/>
            <a:ext cx="589280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color/purple/400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#C78EED</a:t>
            </a:r>
            <a:endParaRPr sz="550">
              <a:latin typeface="Arial"/>
              <a:cs typeface="Arial"/>
            </a:endParaRPr>
          </a:p>
        </p:txBody>
      </p:sp>
      <p:sp>
        <p:nvSpPr>
          <p:cNvPr id="95" name="object 95" descr=""/>
          <p:cNvSpPr txBox="1"/>
          <p:nvPr/>
        </p:nvSpPr>
        <p:spPr>
          <a:xfrm>
            <a:off x="3547342" y="13385162"/>
            <a:ext cx="584200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color/purple/500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#AE77D3</a:t>
            </a:r>
            <a:endParaRPr sz="550">
              <a:latin typeface="Arial"/>
              <a:cs typeface="Arial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4206482" y="13385162"/>
            <a:ext cx="5892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color/purple/600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#9657BF</a:t>
            </a:r>
            <a:endParaRPr sz="550">
              <a:latin typeface="Arial"/>
              <a:cs typeface="Arial"/>
            </a:endParaRPr>
          </a:p>
          <a:p>
            <a:pPr marL="15875" marR="5080">
              <a:lnSpc>
                <a:spcPts val="750"/>
              </a:lnSpc>
            </a:pPr>
            <a:r>
              <a:rPr dirty="0" sz="550" i="1">
                <a:solidFill>
                  <a:srgbClr val="979999"/>
                </a:solidFill>
                <a:latin typeface="Arial"/>
                <a:cs typeface="Arial"/>
              </a:rPr>
              <a:t>Background</a:t>
            </a:r>
            <a:r>
              <a:rPr dirty="0" sz="550" spc="-3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(high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emphasis)</a:t>
            </a:r>
            <a:endParaRPr sz="550">
              <a:latin typeface="Arial"/>
              <a:cs typeface="Arial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4869928" y="13385162"/>
            <a:ext cx="584200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383838"/>
                </a:solidFill>
                <a:latin typeface="Arial"/>
                <a:cs typeface="Arial"/>
              </a:rPr>
              <a:t>color/purple/700</a:t>
            </a:r>
            <a:r>
              <a:rPr dirty="0" sz="550" spc="50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5D5D"/>
                </a:solidFill>
                <a:latin typeface="Arial"/>
                <a:cs typeface="Arial"/>
              </a:rPr>
              <a:t>#7F45Al</a:t>
            </a:r>
            <a:endParaRPr sz="550">
              <a:latin typeface="Arial"/>
              <a:cs typeface="Arial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5529068" y="13385162"/>
            <a:ext cx="589280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color/purple/800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#673982</a:t>
            </a:r>
            <a:endParaRPr sz="550">
              <a:latin typeface="Arial"/>
              <a:cs typeface="Arial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6192516" y="13385162"/>
            <a:ext cx="584200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color/purple/900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#4E2A63</a:t>
            </a:r>
            <a:endParaRPr sz="550">
              <a:latin typeface="Arial"/>
              <a:cs typeface="Arial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6851655" y="13385162"/>
            <a:ext cx="589280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07800"/>
              </a:lnSpc>
              <a:spcBef>
                <a:spcPts val="100"/>
              </a:spcBef>
            </a:pP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color/purple/950</a:t>
            </a:r>
            <a:r>
              <a:rPr dirty="0" sz="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#31194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2</a:t>
            </a:r>
            <a:endParaRPr sz="550">
              <a:latin typeface="Arial"/>
              <a:cs typeface="Arial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908544" y="15023433"/>
            <a:ext cx="97726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71195" algn="l"/>
              </a:tabLst>
            </a:pP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F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FE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2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CC</a:t>
            </a:r>
            <a:r>
              <a:rPr dirty="0" sz="550">
                <a:solidFill>
                  <a:srgbClr val="6E6E6E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FF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C395</a:t>
            </a:r>
            <a:endParaRPr sz="550">
              <a:latin typeface="Arial"/>
              <a:cs typeface="Arial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3553718" y="15023433"/>
            <a:ext cx="3639820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75640" algn="l"/>
                <a:tab pos="1334770" algn="l"/>
                <a:tab pos="1993900" algn="l"/>
                <a:tab pos="2657475" algn="l"/>
                <a:tab pos="3316604" algn="l"/>
              </a:tabLst>
            </a:pP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#EC6600</a:t>
            </a:r>
            <a:r>
              <a:rPr dirty="0" sz="550">
                <a:solidFill>
                  <a:srgbClr val="6E6E6E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#805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2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00</a:t>
            </a:r>
            <a:r>
              <a:rPr dirty="0" sz="550">
                <a:solidFill>
                  <a:srgbClr val="6E6E6E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#9A4300</a:t>
            </a:r>
            <a:r>
              <a:rPr dirty="0" sz="550">
                <a:solidFill>
                  <a:srgbClr val="6E6E6E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#753300</a:t>
            </a:r>
            <a:r>
              <a:rPr dirty="0" sz="550">
                <a:solidFill>
                  <a:srgbClr val="6E6E6E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#572707</a:t>
            </a:r>
            <a:r>
              <a:rPr dirty="0" sz="550">
                <a:solidFill>
                  <a:srgbClr val="6E6E6E"/>
                </a:solidFill>
                <a:latin typeface="Arial"/>
                <a:cs typeface="Arial"/>
              </a:rPr>
              <a:t>	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3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DlAOO</a:t>
            </a:r>
            <a:endParaRPr sz="550">
              <a:latin typeface="Arial"/>
              <a:cs typeface="Arial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2223927" y="15015689"/>
            <a:ext cx="409575" cy="39116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50"/>
              </a:spcBef>
            </a:pP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FF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A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7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64</a:t>
            </a:r>
            <a:endParaRPr sz="550">
              <a:latin typeface="Arial"/>
              <a:cs typeface="Arial"/>
            </a:endParaRPr>
          </a:p>
          <a:p>
            <a:pPr marL="14604" marR="5080" indent="2540">
              <a:lnSpc>
                <a:spcPct val="107800"/>
              </a:lnSpc>
            </a:pP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Background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(medium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emphasis)</a:t>
            </a:r>
            <a:endParaRPr sz="550">
              <a:latin typeface="Arial"/>
              <a:cs typeface="Arial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902167" y="14756697"/>
            <a:ext cx="6558915" cy="280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50215">
              <a:lnSpc>
                <a:spcPct val="100000"/>
              </a:lnSpc>
              <a:spcBef>
                <a:spcPts val="90"/>
              </a:spcBef>
              <a:tabLst>
                <a:tab pos="1113790" algn="l"/>
                <a:tab pos="2436495" algn="l"/>
              </a:tabLst>
            </a:pPr>
            <a:r>
              <a:rPr dirty="0" sz="500" spc="-25" b="1">
                <a:solidFill>
                  <a:srgbClr val="4F3D2D"/>
                </a:solidFill>
                <a:latin typeface="Arial"/>
                <a:cs typeface="Arial"/>
              </a:rPr>
              <a:t>AAA</a:t>
            </a:r>
            <a:r>
              <a:rPr dirty="0" sz="500" b="1">
                <a:solidFill>
                  <a:srgbClr val="4F3D2D"/>
                </a:solidFill>
                <a:latin typeface="Arial"/>
                <a:cs typeface="Arial"/>
              </a:rPr>
              <a:t>	</a:t>
            </a:r>
            <a:r>
              <a:rPr dirty="0" sz="450" spc="-25" b="1">
                <a:solidFill>
                  <a:srgbClr val="462A18"/>
                </a:solidFill>
                <a:latin typeface="Arial"/>
                <a:cs typeface="Arial"/>
              </a:rPr>
              <a:t>AAA</a:t>
            </a:r>
            <a:r>
              <a:rPr dirty="0" sz="450" b="1">
                <a:solidFill>
                  <a:srgbClr val="462A18"/>
                </a:solidFill>
                <a:latin typeface="Arial"/>
                <a:cs typeface="Arial"/>
              </a:rPr>
              <a:t>	</a:t>
            </a:r>
            <a:r>
              <a:rPr dirty="0" sz="550" spc="-25" b="1">
                <a:solidFill>
                  <a:srgbClr val="4F0E05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550">
                <a:solidFill>
                  <a:srgbClr val="383838"/>
                </a:solidFill>
                <a:latin typeface="Arial"/>
                <a:cs typeface="Arial"/>
              </a:rPr>
              <a:t>color/orange/100</a:t>
            </a:r>
            <a:r>
              <a:rPr dirty="0" sz="550" spc="350">
                <a:solidFill>
                  <a:srgbClr val="383838"/>
                </a:solidFill>
                <a:latin typeface="Arial"/>
                <a:cs typeface="Arial"/>
              </a:rPr>
              <a:t>  </a:t>
            </a:r>
            <a:r>
              <a:rPr dirty="0" sz="550">
                <a:solidFill>
                  <a:srgbClr val="494949"/>
                </a:solidFill>
                <a:latin typeface="Arial"/>
                <a:cs typeface="Arial"/>
              </a:rPr>
              <a:t>color/orange/200</a:t>
            </a:r>
            <a:r>
              <a:rPr dirty="0" sz="550" spc="375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>
                <a:solidFill>
                  <a:srgbClr val="494949"/>
                </a:solidFill>
                <a:latin typeface="Arial"/>
                <a:cs typeface="Arial"/>
              </a:rPr>
              <a:t>color/orange/300</a:t>
            </a:r>
            <a:r>
              <a:rPr dirty="0" sz="550" spc="350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>
                <a:solidFill>
                  <a:srgbClr val="494949"/>
                </a:solidFill>
                <a:latin typeface="Arial"/>
                <a:cs typeface="Arial"/>
              </a:rPr>
              <a:t>color/orange/400</a:t>
            </a:r>
            <a:r>
              <a:rPr dirty="0" sz="550" spc="380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>
                <a:solidFill>
                  <a:srgbClr val="494949"/>
                </a:solidFill>
                <a:latin typeface="Arial"/>
                <a:cs typeface="Arial"/>
              </a:rPr>
              <a:t>color/orange/500</a:t>
            </a:r>
            <a:r>
              <a:rPr dirty="0" sz="550" spc="380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>
                <a:solidFill>
                  <a:srgbClr val="494949"/>
                </a:solidFill>
                <a:latin typeface="Arial"/>
                <a:cs typeface="Arial"/>
              </a:rPr>
              <a:t>color/orange/600</a:t>
            </a:r>
            <a:r>
              <a:rPr dirty="0" sz="550" spc="350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>
                <a:solidFill>
                  <a:srgbClr val="494949"/>
                </a:solidFill>
                <a:latin typeface="Arial"/>
                <a:cs typeface="Arial"/>
              </a:rPr>
              <a:t>color/orange/700</a:t>
            </a:r>
            <a:r>
              <a:rPr dirty="0" sz="550" spc="380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>
                <a:solidFill>
                  <a:srgbClr val="494949"/>
                </a:solidFill>
                <a:latin typeface="Arial"/>
                <a:cs typeface="Arial"/>
              </a:rPr>
              <a:t>color/orange/800</a:t>
            </a:r>
            <a:r>
              <a:rPr dirty="0" sz="550" spc="380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>
                <a:solidFill>
                  <a:srgbClr val="494949"/>
                </a:solidFill>
                <a:latin typeface="Arial"/>
                <a:cs typeface="Arial"/>
              </a:rPr>
              <a:t>color/orange/900</a:t>
            </a:r>
            <a:r>
              <a:rPr dirty="0" sz="550" spc="380">
                <a:solidFill>
                  <a:srgbClr val="494949"/>
                </a:solidFill>
                <a:latin typeface="Arial"/>
                <a:cs typeface="Arial"/>
              </a:rPr>
              <a:t>  </a:t>
            </a:r>
            <a:r>
              <a:rPr dirty="0" sz="550" spc="-10">
                <a:solidFill>
                  <a:srgbClr val="494949"/>
                </a:solidFill>
                <a:latin typeface="Arial"/>
                <a:cs typeface="Arial"/>
              </a:rPr>
              <a:t>color/orange/950</a:t>
            </a:r>
            <a:endParaRPr sz="550">
              <a:latin typeface="Arial"/>
              <a:cs typeface="Arial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2887375" y="15015689"/>
            <a:ext cx="589915" cy="29654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50"/>
              </a:spcBef>
            </a:pP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#F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F</a:t>
            </a:r>
            <a:r>
              <a:rPr dirty="0" sz="550" spc="-10">
                <a:solidFill>
                  <a:srgbClr val="6E6E6E"/>
                </a:solidFill>
                <a:latin typeface="Arial"/>
                <a:cs typeface="Arial"/>
              </a:rPr>
              <a:t>83</a:t>
            </a:r>
            <a:r>
              <a:rPr dirty="0" sz="550" spc="-10">
                <a:solidFill>
                  <a:srgbClr val="838589"/>
                </a:solidFill>
                <a:latin typeface="Arial"/>
                <a:cs typeface="Arial"/>
              </a:rPr>
              <a:t>25</a:t>
            </a:r>
            <a:endParaRPr sz="550">
              <a:latin typeface="Arial"/>
              <a:cs typeface="Arial"/>
            </a:endParaRPr>
          </a:p>
          <a:p>
            <a:pPr marL="12700" marR="5080">
              <a:lnSpc>
                <a:spcPct val="107800"/>
              </a:lnSpc>
            </a:pPr>
            <a:r>
              <a:rPr dirty="0" sz="550" i="1">
                <a:solidFill>
                  <a:srgbClr val="979999"/>
                </a:solidFill>
                <a:latin typeface="Arial"/>
                <a:cs typeface="Arial"/>
              </a:rPr>
              <a:t>Background</a:t>
            </a:r>
            <a:r>
              <a:rPr dirty="0" sz="550" spc="-3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(high</a:t>
            </a:r>
            <a:r>
              <a:rPr dirty="0" sz="550" spc="500" i="1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550" spc="-10" i="1">
                <a:solidFill>
                  <a:srgbClr val="979999"/>
                </a:solidFill>
                <a:latin typeface="Arial"/>
                <a:cs typeface="Arial"/>
              </a:rPr>
              <a:t>emphasis)</a:t>
            </a:r>
            <a:endParaRPr sz="550">
              <a:latin typeface="Arial"/>
              <a:cs typeface="Arial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238014" y="17322516"/>
            <a:ext cx="3037840" cy="252095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530"/>
              </a:spcBef>
            </a:pPr>
            <a:r>
              <a:rPr dirty="0" sz="1250" b="1">
                <a:solidFill>
                  <a:srgbClr val="13161F"/>
                </a:solidFill>
                <a:latin typeface="Arial"/>
                <a:cs typeface="Arial"/>
              </a:rPr>
              <a:t>Color</a:t>
            </a:r>
            <a:r>
              <a:rPr dirty="0" sz="1250" spc="5" b="1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1250" spc="105" b="1">
                <a:solidFill>
                  <a:srgbClr val="13161F"/>
                </a:solidFill>
                <a:latin typeface="Arial"/>
                <a:cs typeface="Arial"/>
              </a:rPr>
              <a:t>accessibility-</a:t>
            </a:r>
            <a:r>
              <a:rPr dirty="0" sz="1250" spc="25" b="1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13161F"/>
                </a:solidFill>
                <a:latin typeface="Arial"/>
                <a:cs typeface="Arial"/>
              </a:rPr>
              <a:t>WCAG</a:t>
            </a:r>
            <a:r>
              <a:rPr dirty="0" sz="1250" spc="5" b="1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13161F"/>
                </a:solidFill>
                <a:latin typeface="Arial"/>
                <a:cs typeface="Arial"/>
              </a:rPr>
              <a:t>2.1</a:t>
            </a:r>
            <a:endParaRPr sz="12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430"/>
              </a:spcBef>
            </a:pPr>
            <a:r>
              <a:rPr dirty="0" sz="1250" spc="-10" b="1">
                <a:solidFill>
                  <a:srgbClr val="13161F"/>
                </a:solidFill>
                <a:latin typeface="Arial"/>
                <a:cs typeface="Arial"/>
              </a:rPr>
              <a:t>Guidelines</a:t>
            </a:r>
            <a:endParaRPr sz="1250">
              <a:latin typeface="Arial"/>
              <a:cs typeface="Arial"/>
            </a:endParaRPr>
          </a:p>
          <a:p>
            <a:pPr marL="12700" marR="5080" indent="6985">
              <a:lnSpc>
                <a:spcPct val="131700"/>
              </a:lnSpc>
              <a:spcBef>
                <a:spcPts val="409"/>
              </a:spcBef>
            </a:pP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A</a:t>
            </a:r>
            <a:r>
              <a:rPr dirty="0" sz="750" spc="-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great</a:t>
            </a:r>
            <a:r>
              <a:rPr dirty="0" sz="750" spc="4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way</a:t>
            </a:r>
            <a:r>
              <a:rPr dirty="0" sz="750" spc="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to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make</a:t>
            </a:r>
            <a:r>
              <a:rPr dirty="0" sz="750" spc="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sure</a:t>
            </a:r>
            <a:r>
              <a:rPr dirty="0" sz="750" spc="-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your</a:t>
            </a:r>
            <a:r>
              <a:rPr dirty="0" sz="750" spc="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designs</a:t>
            </a:r>
            <a:r>
              <a:rPr dirty="0" sz="750" spc="3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are</a:t>
            </a:r>
            <a:r>
              <a:rPr dirty="0" sz="750" spc="-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accessible</a:t>
            </a:r>
            <a:r>
              <a:rPr dirty="0" sz="750" spc="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is</a:t>
            </a:r>
            <a:r>
              <a:rPr dirty="0" sz="750" spc="8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to</a:t>
            </a:r>
            <a:r>
              <a:rPr dirty="0" sz="750" spc="6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check</a:t>
            </a:r>
            <a:r>
              <a:rPr dirty="0" sz="750" spc="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383838"/>
                </a:solidFill>
                <a:latin typeface="Arial"/>
                <a:cs typeface="Arial"/>
              </a:rPr>
              <a:t>the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77CC8"/>
                </a:solidFill>
                <a:latin typeface="Arial"/>
                <a:cs typeface="Arial"/>
              </a:rPr>
              <a:t>Web Content</a:t>
            </a:r>
            <a:r>
              <a:rPr dirty="0" sz="750" spc="35">
                <a:solidFill>
                  <a:srgbClr val="677CC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77CC8"/>
                </a:solidFill>
                <a:latin typeface="Arial"/>
                <a:cs typeface="Arial"/>
              </a:rPr>
              <a:t>Accessibility</a:t>
            </a:r>
            <a:r>
              <a:rPr dirty="0" sz="750" spc="135">
                <a:solidFill>
                  <a:srgbClr val="677CC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77CC8"/>
                </a:solidFill>
                <a:latin typeface="Arial"/>
                <a:cs typeface="Arial"/>
              </a:rPr>
              <a:t>Guidelines</a:t>
            </a:r>
            <a:r>
              <a:rPr dirty="0" sz="750" spc="60">
                <a:solidFill>
                  <a:srgbClr val="677CC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77CC8"/>
                </a:solidFill>
                <a:latin typeface="Arial"/>
                <a:cs typeface="Arial"/>
              </a:rPr>
              <a:t>(WCAG)</a:t>
            </a:r>
            <a:r>
              <a:rPr dirty="0" sz="750" spc="150">
                <a:solidFill>
                  <a:srgbClr val="677CC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089CA"/>
                </a:solidFill>
                <a:latin typeface="Arial"/>
                <a:cs typeface="Arial"/>
              </a:rPr>
              <a:t>2.1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contrast</a:t>
            </a:r>
            <a:r>
              <a:rPr dirty="0" sz="750" spc="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ratio</a:t>
            </a: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for</a:t>
            </a:r>
            <a:r>
              <a:rPr dirty="0" sz="750" spc="4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494949"/>
                </a:solidFill>
                <a:latin typeface="Arial"/>
                <a:cs typeface="Arial"/>
              </a:rPr>
              <a:t>all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text</a:t>
            </a: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elements</a:t>
            </a:r>
            <a:r>
              <a:rPr dirty="0" sz="750" spc="6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in</a:t>
            </a:r>
            <a:r>
              <a:rPr dirty="0" sz="750" spc="4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components.</a:t>
            </a:r>
            <a:r>
              <a:rPr dirty="0" sz="750" spc="6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At</a:t>
            </a:r>
            <a:r>
              <a:rPr dirty="0" sz="750" spc="-5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the</a:t>
            </a:r>
            <a:r>
              <a:rPr dirty="0" sz="750" spc="-2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most</a:t>
            </a:r>
            <a:r>
              <a:rPr dirty="0" sz="750" spc="-3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basic</a:t>
            </a:r>
            <a:r>
              <a:rPr dirty="0" sz="750" spc="1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level </a:t>
            </a:r>
            <a:r>
              <a:rPr dirty="0" sz="750" spc="-20">
                <a:solidFill>
                  <a:srgbClr val="383838"/>
                </a:solidFill>
                <a:latin typeface="Arial"/>
                <a:cs typeface="Arial"/>
              </a:rPr>
              <a:t>WCAG</a:t>
            </a:r>
            <a:r>
              <a:rPr dirty="0" sz="750" spc="1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494949"/>
                </a:solidFill>
                <a:latin typeface="Arial"/>
                <a:cs typeface="Arial"/>
              </a:rPr>
              <a:t>2.1</a:t>
            </a:r>
            <a:r>
              <a:rPr dirty="0" sz="750" spc="10">
                <a:solidFill>
                  <a:srgbClr val="494949"/>
                </a:solidFill>
                <a:latin typeface="Arial"/>
                <a:cs typeface="Arial"/>
              </a:rPr>
              <a:t> guidelines</a:t>
            </a:r>
            <a:r>
              <a:rPr dirty="0" sz="750" spc="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494949"/>
                </a:solidFill>
                <a:latin typeface="Arial"/>
                <a:cs typeface="Arial"/>
              </a:rPr>
              <a:t>are</a:t>
            </a:r>
            <a:r>
              <a:rPr dirty="0" sz="750" spc="-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494949"/>
                </a:solidFill>
                <a:latin typeface="Arial"/>
                <a:cs typeface="Arial"/>
              </a:rPr>
              <a:t>categorized</a:t>
            </a:r>
            <a:r>
              <a:rPr dirty="0" sz="750" spc="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494949"/>
                </a:solidFill>
                <a:latin typeface="Arial"/>
                <a:cs typeface="Arial"/>
              </a:rPr>
              <a:t>into</a:t>
            </a:r>
            <a:r>
              <a:rPr dirty="0" sz="750" spc="-6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494949"/>
                </a:solidFill>
                <a:latin typeface="Arial"/>
                <a:cs typeface="Arial"/>
              </a:rPr>
              <a:t>three</a:t>
            </a:r>
            <a:r>
              <a:rPr dirty="0" sz="750" spc="-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different</a:t>
            </a:r>
            <a:r>
              <a:rPr dirty="0" sz="750" spc="3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494949"/>
                </a:solidFill>
                <a:latin typeface="Arial"/>
                <a:cs typeface="Arial"/>
              </a:rPr>
              <a:t>levels</a:t>
            </a:r>
            <a:r>
              <a:rPr dirty="0" sz="750" spc="-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based</a:t>
            </a:r>
            <a:r>
              <a:rPr dirty="0" sz="750" spc="-3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494949"/>
                </a:solidFill>
                <a:latin typeface="Arial"/>
                <a:cs typeface="Arial"/>
              </a:rPr>
              <a:t>on</a:t>
            </a:r>
            <a:r>
              <a:rPr dirty="0" sz="750" spc="-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383838"/>
                </a:solidFill>
                <a:latin typeface="Arial"/>
                <a:cs typeface="Arial"/>
              </a:rPr>
              <a:t>how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494949"/>
                </a:solidFill>
                <a:latin typeface="Arial"/>
                <a:cs typeface="Arial"/>
              </a:rPr>
              <a:t>accessible</a:t>
            </a:r>
            <a:r>
              <a:rPr dirty="0" sz="750" spc="2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494949"/>
                </a:solidFill>
                <a:latin typeface="Arial"/>
                <a:cs typeface="Arial"/>
              </a:rPr>
              <a:t>they</a:t>
            </a:r>
            <a:r>
              <a:rPr dirty="0" sz="750" spc="-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494949"/>
                </a:solidFill>
                <a:latin typeface="Arial"/>
                <a:cs typeface="Arial"/>
              </a:rPr>
              <a:t>are.</a:t>
            </a:r>
            <a:endParaRPr sz="750">
              <a:latin typeface="Arial"/>
              <a:cs typeface="Arial"/>
            </a:endParaRPr>
          </a:p>
          <a:p>
            <a:pPr algn="just" marL="14604" marR="29845" indent="5080">
              <a:lnSpc>
                <a:spcPct val="130800"/>
              </a:lnSpc>
              <a:spcBef>
                <a:spcPts val="5"/>
              </a:spcBef>
            </a:pPr>
            <a:r>
              <a:rPr dirty="0" sz="750" spc="45">
                <a:solidFill>
                  <a:srgbClr val="494949"/>
                </a:solidFill>
                <a:latin typeface="Arial"/>
                <a:cs typeface="Arial"/>
              </a:rPr>
              <a:t>Asa</a:t>
            </a:r>
            <a:r>
              <a:rPr dirty="0" sz="750" spc="-4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good</a:t>
            </a:r>
            <a:r>
              <a:rPr dirty="0" sz="750" spc="1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general</a:t>
            </a:r>
            <a:r>
              <a:rPr dirty="0" sz="750" spc="-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rule</a:t>
            </a:r>
            <a:r>
              <a:rPr dirty="0" sz="750">
                <a:solidFill>
                  <a:srgbClr val="6E6E6E"/>
                </a:solidFill>
                <a:latin typeface="Arial"/>
                <a:cs typeface="Arial"/>
              </a:rPr>
              <a:t>,</a:t>
            </a:r>
            <a:r>
              <a:rPr dirty="0" sz="750" spc="-55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maintain</a:t>
            </a:r>
            <a:r>
              <a:rPr dirty="0" sz="750" spc="114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at</a:t>
            </a:r>
            <a:r>
              <a:rPr dirty="0" sz="750" spc="4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least</a:t>
            </a:r>
            <a:r>
              <a:rPr dirty="0" sz="750" spc="-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a</a:t>
            </a:r>
            <a:r>
              <a:rPr dirty="0" sz="750" spc="1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383838"/>
                </a:solidFill>
                <a:latin typeface="Arial"/>
                <a:cs typeface="Arial"/>
              </a:rPr>
              <a:t>4:5:1</a:t>
            </a:r>
            <a:r>
              <a:rPr dirty="0" sz="750" spc="-3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contrast</a:t>
            </a:r>
            <a:r>
              <a:rPr dirty="0" sz="750" spc="9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ratio</a:t>
            </a:r>
            <a:r>
              <a:rPr dirty="0" sz="750" spc="-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(WCAG AA)</a:t>
            </a:r>
            <a:r>
              <a:rPr dirty="0" sz="750" spc="5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for</a:t>
            </a:r>
            <a:r>
              <a:rPr dirty="0" sz="750" spc="1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all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of</a:t>
            </a:r>
            <a:r>
              <a:rPr dirty="0" sz="750" spc="6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your</a:t>
            </a:r>
            <a:r>
              <a:rPr dirty="0" sz="750" spc="5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most</a:t>
            </a: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crucial</a:t>
            </a: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-35">
                <a:solidFill>
                  <a:srgbClr val="383838"/>
                </a:solidFill>
                <a:latin typeface="Arial"/>
                <a:cs typeface="Arial"/>
              </a:rPr>
              <a:t>UI</a:t>
            </a: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elements</a:t>
            </a:r>
            <a:r>
              <a:rPr dirty="0" sz="750" spc="5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(text,</a:t>
            </a:r>
            <a:r>
              <a:rPr dirty="0" sz="750" spc="-3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buttons,</a:t>
            </a:r>
            <a:r>
              <a:rPr dirty="0" sz="750" spc="-3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forms</a:t>
            </a:r>
            <a:r>
              <a:rPr dirty="0" sz="750" spc="-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etc.)</a:t>
            </a:r>
            <a:r>
              <a:rPr dirty="0" sz="750" spc="-10">
                <a:solidFill>
                  <a:srgbClr val="13161F"/>
                </a:solidFill>
                <a:latin typeface="Arial"/>
                <a:cs typeface="Arial"/>
              </a:rPr>
              <a:t>.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Meeting</a:t>
            </a:r>
            <a:r>
              <a:rPr dirty="0" sz="750" spc="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the</a:t>
            </a:r>
            <a:r>
              <a:rPr dirty="0" sz="750" spc="-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AA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requirement</a:t>
            </a:r>
            <a:r>
              <a:rPr dirty="0" sz="750" spc="9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is</a:t>
            </a:r>
            <a:r>
              <a:rPr dirty="0" sz="750" spc="4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sufficient</a:t>
            </a:r>
            <a:r>
              <a:rPr dirty="0" sz="750" spc="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for</a:t>
            </a:r>
            <a:r>
              <a:rPr dirty="0" sz="750" spc="4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the</a:t>
            </a:r>
            <a:r>
              <a:rPr dirty="0" sz="750" spc="3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majority</a:t>
            </a:r>
            <a:r>
              <a:rPr dirty="0" sz="750" spc="6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-35">
                <a:solidFill>
                  <a:srgbClr val="383838"/>
                </a:solidFill>
                <a:latin typeface="Arial"/>
                <a:cs typeface="Arial"/>
              </a:rPr>
              <a:t>of</a:t>
            </a:r>
            <a:r>
              <a:rPr dirty="0" sz="750" spc="-1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users</a:t>
            </a:r>
            <a:r>
              <a:rPr dirty="0" sz="750" spc="-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383838"/>
                </a:solidFill>
                <a:latin typeface="Arial"/>
                <a:cs typeface="Arial"/>
              </a:rPr>
              <a:t>and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 compensates</a:t>
            </a:r>
            <a:r>
              <a:rPr dirty="0" sz="750" spc="10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for the</a:t>
            </a:r>
            <a:r>
              <a:rPr dirty="0" sz="750" spc="10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loss</a:t>
            </a:r>
            <a:r>
              <a:rPr dirty="0" sz="750" spc="-2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383838"/>
                </a:solidFill>
                <a:latin typeface="Arial"/>
                <a:cs typeface="Arial"/>
              </a:rPr>
              <a:t>of</a:t>
            </a: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contrast</a:t>
            </a:r>
            <a:r>
              <a:rPr dirty="0" sz="750" spc="9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sensitivity</a:t>
            </a:r>
            <a:r>
              <a:rPr dirty="0" sz="750" spc="4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by</a:t>
            </a:r>
            <a:r>
              <a:rPr dirty="0" sz="750" spc="6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users</a:t>
            </a:r>
            <a:r>
              <a:rPr dirty="0" sz="750" spc="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with</a:t>
            </a:r>
            <a:r>
              <a:rPr dirty="0" sz="750" spc="-1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40">
                <a:solidFill>
                  <a:srgbClr val="383838"/>
                </a:solidFill>
                <a:latin typeface="Arial"/>
                <a:cs typeface="Arial"/>
              </a:rPr>
              <a:t>a</a:t>
            </a:r>
            <a:r>
              <a:rPr dirty="0" sz="750" spc="5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494949"/>
                </a:solidFill>
                <a:latin typeface="Arial"/>
                <a:cs typeface="Arial"/>
              </a:rPr>
              <a:t>20/</a:t>
            </a:r>
            <a:r>
              <a:rPr dirty="0" sz="750" spc="-20">
                <a:solidFill>
                  <a:srgbClr val="383838"/>
                </a:solidFill>
                <a:latin typeface="Arial"/>
                <a:cs typeface="Arial"/>
              </a:rPr>
              <a:t>40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 vision</a:t>
            </a:r>
            <a:r>
              <a:rPr dirty="0" sz="750" spc="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loss.</a:t>
            </a:r>
            <a:endParaRPr sz="750">
              <a:latin typeface="Arial"/>
              <a:cs typeface="Arial"/>
            </a:endParaRPr>
          </a:p>
          <a:p>
            <a:pPr marL="12700" marR="45720" indent="5080">
              <a:lnSpc>
                <a:spcPct val="131700"/>
              </a:lnSpc>
            </a:pP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There</a:t>
            </a:r>
            <a:r>
              <a:rPr dirty="0" sz="750" spc="4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are</a:t>
            </a:r>
            <a:r>
              <a:rPr dirty="0" sz="750" spc="6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some</a:t>
            </a:r>
            <a:r>
              <a:rPr dirty="0" sz="750" spc="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handy</a:t>
            </a:r>
            <a:r>
              <a:rPr dirty="0" sz="750" spc="-4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Figma</a:t>
            </a:r>
            <a:r>
              <a:rPr dirty="0" sz="750" spc="6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plug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ins</a:t>
            </a:r>
            <a:r>
              <a:rPr dirty="0" sz="750" spc="-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to</a:t>
            </a:r>
            <a:r>
              <a:rPr dirty="0" sz="750" spc="4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check</a:t>
            </a:r>
            <a:r>
              <a:rPr dirty="0" sz="750" spc="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contrast</a:t>
            </a:r>
            <a:r>
              <a:rPr dirty="0" sz="750" spc="8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ratios</a:t>
            </a:r>
            <a:r>
              <a:rPr dirty="0" sz="750" spc="4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right</a:t>
            </a:r>
            <a:r>
              <a:rPr dirty="0" sz="750" spc="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383838"/>
                </a:solidFill>
                <a:latin typeface="Arial"/>
                <a:cs typeface="Arial"/>
              </a:rPr>
              <a:t>in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 Figma</a:t>
            </a:r>
            <a:r>
              <a:rPr dirty="0" sz="750" spc="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as</a:t>
            </a:r>
            <a:r>
              <a:rPr dirty="0" sz="750" spc="-8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you</a:t>
            </a:r>
            <a:r>
              <a:rPr dirty="0" sz="750" spc="-2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design.</a:t>
            </a: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Our</a:t>
            </a:r>
            <a:r>
              <a:rPr dirty="0" sz="750" spc="-5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favorite</a:t>
            </a:r>
            <a:r>
              <a:rPr dirty="0" sz="750" spc="-2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is</a:t>
            </a:r>
            <a:r>
              <a:rPr dirty="0" sz="750" spc="-3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the</a:t>
            </a:r>
            <a:r>
              <a:rPr dirty="0" sz="750" spc="-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77CC8"/>
                </a:solidFill>
                <a:latin typeface="Arial"/>
                <a:cs typeface="Arial"/>
              </a:rPr>
              <a:t>Stark</a:t>
            </a:r>
            <a:r>
              <a:rPr dirty="0" sz="750" spc="-15">
                <a:solidFill>
                  <a:srgbClr val="677CC8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which</a:t>
            </a:r>
            <a:r>
              <a:rPr dirty="0" sz="750" spc="-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allows</a:t>
            </a:r>
            <a:r>
              <a:rPr dirty="0" sz="750" spc="-4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383838"/>
                </a:solidFill>
                <a:latin typeface="Arial"/>
                <a:cs typeface="Arial"/>
              </a:rPr>
              <a:t>you</a:t>
            </a:r>
            <a:r>
              <a:rPr dirty="0" sz="750" spc="-5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383838"/>
                </a:solidFill>
                <a:latin typeface="Arial"/>
                <a:cs typeface="Arial"/>
              </a:rPr>
              <a:t>to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 check</a:t>
            </a:r>
            <a:r>
              <a:rPr dirty="0" sz="750" spc="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the</a:t>
            </a:r>
            <a:r>
              <a:rPr dirty="0" sz="750" spc="2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color</a:t>
            </a:r>
            <a:r>
              <a:rPr dirty="0" sz="750" spc="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contrast ratio </a:t>
            </a: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of</a:t>
            </a:r>
            <a:r>
              <a:rPr dirty="0" sz="750" spc="2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all</a:t>
            </a:r>
            <a:r>
              <a:rPr dirty="0" sz="750" spc="12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visible</a:t>
            </a:r>
            <a:r>
              <a:rPr dirty="0" sz="750" spc="-1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text </a:t>
            </a:r>
            <a:r>
              <a:rPr dirty="0" sz="750">
                <a:solidFill>
                  <a:srgbClr val="494949"/>
                </a:solidFill>
                <a:latin typeface="Arial"/>
                <a:cs typeface="Arial"/>
              </a:rPr>
              <a:t>in</a:t>
            </a:r>
            <a:r>
              <a:rPr dirty="0" sz="750" spc="-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383838"/>
                </a:solidFill>
                <a:latin typeface="Arial"/>
                <a:cs typeface="Arial"/>
              </a:rPr>
              <a:t>a</a:t>
            </a:r>
            <a:r>
              <a:rPr dirty="0" sz="750" spc="-4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383838"/>
                </a:solidFill>
                <a:latin typeface="Arial"/>
                <a:cs typeface="Arial"/>
              </a:rPr>
              <a:t>frame.</a:t>
            </a:r>
            <a:endParaRPr sz="750">
              <a:latin typeface="Arial"/>
              <a:cs typeface="Arial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3550133" y="15892473"/>
            <a:ext cx="83185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65">
                <a:solidFill>
                  <a:srgbClr val="95A54F"/>
                </a:solidFill>
                <a:latin typeface="Arial"/>
                <a:cs typeface="Arial"/>
              </a:rPr>
              <a:t>,,.</a:t>
            </a:r>
            <a:endParaRPr sz="800">
              <a:latin typeface="Arial"/>
              <a:cs typeface="Arial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4098783" y="15883869"/>
            <a:ext cx="83820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100">
                <a:solidFill>
                  <a:srgbClr val="95A54F"/>
                </a:solidFill>
                <a:latin typeface="Arial"/>
                <a:cs typeface="Arial"/>
              </a:rPr>
              <a:t>...</a:t>
            </a:r>
            <a:endParaRPr sz="950">
              <a:latin typeface="Arial"/>
              <a:cs typeface="Arial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681009" y="16292576"/>
            <a:ext cx="1606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8383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1344456" y="16292576"/>
            <a:ext cx="15684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63D1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2007904" y="16292576"/>
            <a:ext cx="15684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25">
                <a:solidFill>
                  <a:srgbClr val="363D18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112" name="object 112" descr=""/>
          <p:cNvSpPr txBox="1"/>
          <p:nvPr/>
        </p:nvSpPr>
        <p:spPr>
          <a:xfrm>
            <a:off x="2666938" y="16301180"/>
            <a:ext cx="161290" cy="977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50" spc="-25" b="1">
                <a:solidFill>
                  <a:srgbClr val="363D18"/>
                </a:solidFill>
                <a:latin typeface="Arial"/>
                <a:cs typeface="Arial"/>
              </a:rPr>
              <a:t>AAA</a:t>
            </a:r>
            <a:endParaRPr sz="450">
              <a:latin typeface="Arial"/>
              <a:cs typeface="Arial"/>
            </a:endParaRPr>
          </a:p>
        </p:txBody>
      </p:sp>
      <p:sp>
        <p:nvSpPr>
          <p:cNvPr id="113" name="object 113" descr=""/>
          <p:cNvSpPr txBox="1"/>
          <p:nvPr/>
        </p:nvSpPr>
        <p:spPr>
          <a:xfrm>
            <a:off x="3330386" y="16296878"/>
            <a:ext cx="161290" cy="10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-25" b="1">
                <a:solidFill>
                  <a:srgbClr val="363D18"/>
                </a:solidFill>
                <a:latin typeface="Arial"/>
                <a:cs typeface="Arial"/>
              </a:rPr>
              <a:t>AAA</a:t>
            </a:r>
            <a:endParaRPr sz="500">
              <a:latin typeface="Arial"/>
              <a:cs typeface="Arial"/>
            </a:endParaRPr>
          </a:p>
        </p:txBody>
      </p:sp>
      <p:sp>
        <p:nvSpPr>
          <p:cNvPr id="114" name="object 114" descr=""/>
          <p:cNvSpPr txBox="1"/>
          <p:nvPr/>
        </p:nvSpPr>
        <p:spPr>
          <a:xfrm>
            <a:off x="3989525" y="16292576"/>
            <a:ext cx="161290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35" b="1">
                <a:solidFill>
                  <a:srgbClr val="1A2805"/>
                </a:solidFill>
                <a:latin typeface="Arial"/>
                <a:cs typeface="Arial"/>
              </a:rPr>
              <a:t>AAA</a:t>
            </a:r>
            <a:endParaRPr sz="550">
              <a:latin typeface="Arial"/>
              <a:cs typeface="Arial"/>
            </a:endParaRPr>
          </a:p>
        </p:txBody>
      </p:sp>
      <p:sp>
        <p:nvSpPr>
          <p:cNvPr id="115" name="object 115" descr=""/>
          <p:cNvSpPr txBox="1"/>
          <p:nvPr/>
        </p:nvSpPr>
        <p:spPr>
          <a:xfrm>
            <a:off x="4687437" y="16292576"/>
            <a:ext cx="12763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25" b="1">
                <a:solidFill>
                  <a:srgbClr val="363D18"/>
                </a:solidFill>
                <a:latin typeface="Arial"/>
                <a:cs typeface="Arial"/>
              </a:rPr>
              <a:t>AA</a:t>
            </a:r>
            <a:endParaRPr sz="600">
              <a:latin typeface="Arial"/>
              <a:cs typeface="Arial"/>
            </a:endParaRPr>
          </a:p>
        </p:txBody>
      </p:sp>
      <p:graphicFrame>
        <p:nvGraphicFramePr>
          <p:cNvPr id="116" name="object 116" descr=""/>
          <p:cNvGraphicFramePr>
            <a:graphicFrameLocks noGrp="1"/>
          </p:cNvGraphicFramePr>
          <p:nvPr/>
        </p:nvGraphicFramePr>
        <p:xfrm>
          <a:off x="235322" y="16488185"/>
          <a:ext cx="7214234" cy="441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7855"/>
                <a:gridCol w="638175"/>
                <a:gridCol w="659130"/>
                <a:gridCol w="658494"/>
                <a:gridCol w="666115"/>
                <a:gridCol w="700404"/>
                <a:gridCol w="619760"/>
                <a:gridCol w="663575"/>
                <a:gridCol w="661670"/>
                <a:gridCol w="654050"/>
                <a:gridCol w="599440"/>
              </a:tblGrid>
              <a:tr h="83185">
                <a:tc>
                  <a:txBody>
                    <a:bodyPr/>
                    <a:lstStyle/>
                    <a:p>
                      <a:pPr marL="20320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color/lime/50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color/lime/100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color/lime/200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co</a:t>
                      </a: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lor/lime/300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color/lime/400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color/lime/500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color/lime/600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color/lime/700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color/lime/800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colo</a:t>
                      </a:r>
                      <a:r>
                        <a:rPr dirty="0" sz="5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r/lime/900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560"/>
                        </a:lnSpc>
                      </a:pPr>
                      <a:r>
                        <a:rPr dirty="0" sz="550" spc="-1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color/lime/950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84785">
                <a:tc>
                  <a:txBody>
                    <a:bodyPr/>
                    <a:lstStyle/>
                    <a:p>
                      <a:pPr marL="22225">
                        <a:lnSpc>
                          <a:spcPts val="655"/>
                        </a:lnSpc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#F9FFE8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19685">
                        <a:lnSpc>
                          <a:spcPts val="650"/>
                        </a:lnSpc>
                        <a:spcBef>
                          <a:spcPts val="50"/>
                        </a:spcBef>
                      </a:pPr>
                      <a:r>
                        <a:rPr dirty="0" sz="55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Background</a:t>
                      </a:r>
                      <a:r>
                        <a:rPr dirty="0" sz="550" spc="5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2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(low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655"/>
                        </a:lnSpc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#FOFAC8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655"/>
                        </a:lnSpc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#E4F792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655"/>
                        </a:lnSpc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#CFE37A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90805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Background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ts val="655"/>
                        </a:lnSpc>
                      </a:pPr>
                      <a:r>
                        <a:rPr dirty="0" sz="550" spc="-10">
                          <a:solidFill>
                            <a:srgbClr val="5D5D5D"/>
                          </a:solidFill>
                          <a:latin typeface="Arial"/>
                          <a:cs typeface="Arial"/>
                        </a:rPr>
                        <a:t>#B7C965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655"/>
                        </a:lnSpc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#9D6149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88900">
                        <a:lnSpc>
                          <a:spcPts val="650"/>
                        </a:lnSpc>
                        <a:spcBef>
                          <a:spcPts val="50"/>
                        </a:spcBef>
                      </a:pPr>
                      <a:r>
                        <a:rPr dirty="0" sz="55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Background</a:t>
                      </a:r>
                      <a:r>
                        <a:rPr dirty="0" sz="550" spc="-3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(high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#85963C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655"/>
                        </a:lnSpc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#6</a:t>
                      </a:r>
                      <a:r>
                        <a:rPr dirty="0" sz="550" spc="-10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77</a:t>
                      </a: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550" spc="-10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655"/>
                        </a:lnSpc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</a:t>
                      </a:r>
                      <a:r>
                        <a:rPr dirty="0" sz="550" spc="-10">
                          <a:solidFill>
                            <a:srgbClr val="838589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46608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#435206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655"/>
                        </a:lnSpc>
                      </a:pPr>
                      <a:r>
                        <a:rPr dirty="0" sz="550" spc="-10">
                          <a:solidFill>
                            <a:srgbClr val="6E6E6E"/>
                          </a:solidFill>
                          <a:latin typeface="Arial"/>
                          <a:cs typeface="Arial"/>
                        </a:rPr>
                        <a:t>#344004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19050">
                        <a:lnSpc>
                          <a:spcPts val="610"/>
                        </a:lnSpc>
                      </a:pP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emphasis)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610"/>
                        </a:lnSpc>
                      </a:pP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(medium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610"/>
                        </a:lnSpc>
                      </a:pP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emphasis)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83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560"/>
                        </a:lnSpc>
                      </a:pPr>
                      <a:r>
                        <a:rPr dirty="0" sz="550" spc="-10" i="1">
                          <a:solidFill>
                            <a:srgbClr val="979999"/>
                          </a:solidFill>
                          <a:latin typeface="Arial"/>
                          <a:cs typeface="Arial"/>
                        </a:rPr>
                        <a:t>emphasis)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17" name="object 117" descr=""/>
          <p:cNvSpPr txBox="1"/>
          <p:nvPr/>
        </p:nvSpPr>
        <p:spPr>
          <a:xfrm>
            <a:off x="3745892" y="18409454"/>
            <a:ext cx="847090" cy="33083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315"/>
              </a:spcBef>
            </a:pPr>
            <a:r>
              <a:rPr dirty="0" sz="800" spc="10">
                <a:solidFill>
                  <a:srgbClr val="838589"/>
                </a:solidFill>
                <a:latin typeface="Arial"/>
                <a:cs typeface="Arial"/>
              </a:rPr>
              <a:t>Neut</a:t>
            </a:r>
            <a:r>
              <a:rPr dirty="0" sz="800" spc="10">
                <a:solidFill>
                  <a:srgbClr val="6E6E6E"/>
                </a:solidFill>
                <a:latin typeface="Arial"/>
                <a:cs typeface="Arial"/>
              </a:rPr>
              <a:t>r</a:t>
            </a:r>
            <a:r>
              <a:rPr dirty="0" sz="800" spc="10">
                <a:solidFill>
                  <a:srgbClr val="979999"/>
                </a:solidFill>
                <a:latin typeface="Arial"/>
                <a:cs typeface="Arial"/>
              </a:rPr>
              <a:t>al</a:t>
            </a:r>
            <a:r>
              <a:rPr dirty="0" sz="800" spc="100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838589"/>
                </a:solidFill>
                <a:latin typeface="Arial"/>
                <a:cs typeface="Arial"/>
              </a:rPr>
              <a:t>600</a:t>
            </a:r>
            <a:endParaRPr sz="800">
              <a:latin typeface="Arial"/>
              <a:cs typeface="Arial"/>
            </a:endParaRPr>
          </a:p>
          <a:p>
            <a:pPr algn="ctr" marL="23495">
              <a:lnSpc>
                <a:spcPct val="100000"/>
              </a:lnSpc>
              <a:spcBef>
                <a:spcPts val="209"/>
              </a:spcBef>
            </a:pPr>
            <a:r>
              <a:rPr dirty="0" sz="850" spc="-10">
                <a:solidFill>
                  <a:srgbClr val="838589"/>
                </a:solidFill>
                <a:latin typeface="Arial"/>
                <a:cs typeface="Arial"/>
              </a:rPr>
              <a:t>4.83:1</a:t>
            </a:r>
            <a:endParaRPr sz="850">
              <a:latin typeface="Arial"/>
              <a:cs typeface="Arial"/>
            </a:endParaRPr>
          </a:p>
        </p:txBody>
      </p:sp>
      <p:sp>
        <p:nvSpPr>
          <p:cNvPr id="118" name="object 118" descr=""/>
          <p:cNvSpPr txBox="1"/>
          <p:nvPr/>
        </p:nvSpPr>
        <p:spPr>
          <a:xfrm>
            <a:off x="3745892" y="19175414"/>
            <a:ext cx="848994" cy="33909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345"/>
              </a:spcBef>
            </a:pPr>
            <a:r>
              <a:rPr dirty="0" sz="800" spc="10">
                <a:solidFill>
                  <a:srgbClr val="13161F"/>
                </a:solidFill>
                <a:latin typeface="Arial"/>
                <a:cs typeface="Arial"/>
              </a:rPr>
              <a:t>N</a:t>
            </a:r>
            <a:r>
              <a:rPr dirty="0" sz="800" spc="10">
                <a:solidFill>
                  <a:srgbClr val="383838"/>
                </a:solidFill>
                <a:latin typeface="Arial"/>
                <a:cs typeface="Arial"/>
              </a:rPr>
              <a:t>eutral</a:t>
            </a:r>
            <a:r>
              <a:rPr dirty="0" sz="800" spc="1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383838"/>
                </a:solidFill>
                <a:latin typeface="Arial"/>
                <a:cs typeface="Arial"/>
              </a:rPr>
              <a:t>1000</a:t>
            </a:r>
            <a:endParaRPr sz="800">
              <a:latin typeface="Arial"/>
              <a:cs typeface="Arial"/>
            </a:endParaRPr>
          </a:p>
          <a:p>
            <a:pPr algn="ctr" marL="15240">
              <a:lnSpc>
                <a:spcPct val="100000"/>
              </a:lnSpc>
              <a:spcBef>
                <a:spcPts val="245"/>
              </a:spcBef>
            </a:pPr>
            <a:r>
              <a:rPr dirty="0" sz="850" spc="-10">
                <a:solidFill>
                  <a:srgbClr val="383838"/>
                </a:solidFill>
                <a:latin typeface="Arial"/>
                <a:cs typeface="Arial"/>
              </a:rPr>
              <a:t>17.73:1</a:t>
            </a:r>
            <a:endParaRPr sz="850">
              <a:latin typeface="Arial"/>
              <a:cs typeface="Arial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4761429" y="17492882"/>
            <a:ext cx="2555875" cy="496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Level</a:t>
            </a:r>
            <a:r>
              <a:rPr dirty="0" sz="850" spc="-125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A</a:t>
            </a:r>
            <a:r>
              <a:rPr dirty="0" sz="850" spc="-95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-</a:t>
            </a:r>
            <a:r>
              <a:rPr dirty="0" sz="850" spc="160">
                <a:solidFill>
                  <a:srgbClr val="13161F"/>
                </a:solidFill>
                <a:latin typeface="Arial"/>
                <a:cs typeface="Arial"/>
              </a:rPr>
              <a:t>  </a:t>
            </a:r>
            <a:r>
              <a:rPr dirty="0" sz="850" spc="10">
                <a:solidFill>
                  <a:srgbClr val="383838"/>
                </a:solidFill>
                <a:latin typeface="Arial"/>
                <a:cs typeface="Arial"/>
              </a:rPr>
              <a:t>l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ow</a:t>
            </a:r>
            <a:r>
              <a:rPr dirty="0" sz="850" spc="60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383838"/>
                </a:solidFill>
                <a:latin typeface="Arial"/>
                <a:cs typeface="Arial"/>
              </a:rPr>
              <a:t>c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ont</a:t>
            </a:r>
            <a:r>
              <a:rPr dirty="0" sz="850" spc="10">
                <a:solidFill>
                  <a:srgbClr val="383838"/>
                </a:solidFill>
                <a:latin typeface="Arial"/>
                <a:cs typeface="Arial"/>
              </a:rPr>
              <a:t>r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ast</a:t>
            </a:r>
            <a:r>
              <a:rPr dirty="0" sz="850" spc="15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383838"/>
                </a:solidFill>
                <a:latin typeface="Arial"/>
                <a:cs typeface="Arial"/>
              </a:rPr>
              <a:t>-</a:t>
            </a:r>
            <a:r>
              <a:rPr dirty="0" sz="850" spc="160">
                <a:solidFill>
                  <a:srgbClr val="383838"/>
                </a:solidFill>
                <a:latin typeface="Arial"/>
                <a:cs typeface="Arial"/>
              </a:rPr>
              <a:t>  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less</a:t>
            </a:r>
            <a:r>
              <a:rPr dirty="0" sz="850" spc="-105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than</a:t>
            </a:r>
            <a:r>
              <a:rPr dirty="0" sz="850" spc="-60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13161F"/>
                </a:solidFill>
                <a:latin typeface="Arial"/>
                <a:cs typeface="Arial"/>
              </a:rPr>
              <a:t>4</a:t>
            </a:r>
            <a:r>
              <a:rPr dirty="0" sz="850" spc="-20">
                <a:solidFill>
                  <a:srgbClr val="383838"/>
                </a:solidFill>
                <a:latin typeface="Arial"/>
                <a:cs typeface="Arial"/>
              </a:rPr>
              <a:t>.</a:t>
            </a:r>
            <a:r>
              <a:rPr dirty="0" sz="850" spc="-20">
                <a:solidFill>
                  <a:srgbClr val="13161F"/>
                </a:solidFill>
                <a:latin typeface="Arial"/>
                <a:cs typeface="Arial"/>
              </a:rPr>
              <a:t>5:1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31700"/>
              </a:lnSpc>
              <a:spcBef>
                <a:spcPts val="320"/>
              </a:spcBef>
            </a:pP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Not</a:t>
            </a:r>
            <a:r>
              <a:rPr dirty="0" sz="750" spc="-25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979999"/>
                </a:solidFill>
                <a:latin typeface="Arial"/>
                <a:cs typeface="Arial"/>
              </a:rPr>
              <a:t>suitable</a:t>
            </a:r>
            <a:r>
              <a:rPr dirty="0" sz="750" spc="25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any </a:t>
            </a:r>
            <a:r>
              <a:rPr dirty="0" sz="750">
                <a:solidFill>
                  <a:srgbClr val="979999"/>
                </a:solidFill>
                <a:latin typeface="Arial"/>
                <a:cs typeface="Arial"/>
              </a:rPr>
              <a:t>text</a:t>
            </a:r>
            <a:r>
              <a:rPr dirty="0" sz="750" spc="25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elements.</a:t>
            </a:r>
            <a:r>
              <a:rPr dirty="0" sz="750" spc="30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838589"/>
                </a:solidFill>
                <a:latin typeface="Arial"/>
                <a:cs typeface="Arial"/>
              </a:rPr>
              <a:t>You</a:t>
            </a:r>
            <a:r>
              <a:rPr dirty="0" sz="750" spc="5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can</a:t>
            </a:r>
            <a:r>
              <a:rPr dirty="0" sz="750" spc="-40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979999"/>
                </a:solidFill>
                <a:latin typeface="Arial"/>
                <a:cs typeface="Arial"/>
              </a:rPr>
              <a:t>ignore</a:t>
            </a:r>
            <a:r>
              <a:rPr dirty="0" sz="750" spc="-20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E6E6E"/>
                </a:solidFill>
                <a:latin typeface="Arial"/>
                <a:cs typeface="Arial"/>
              </a:rPr>
              <a:t>t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he</a:t>
            </a:r>
            <a:r>
              <a:rPr dirty="0" sz="750" spc="10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838589"/>
                </a:solidFill>
                <a:latin typeface="Arial"/>
                <a:cs typeface="Arial"/>
              </a:rPr>
              <a:t>contrast </a:t>
            </a:r>
            <a:r>
              <a:rPr dirty="0" sz="750" spc="20">
                <a:solidFill>
                  <a:srgbClr val="979999"/>
                </a:solidFill>
                <a:latin typeface="Arial"/>
                <a:cs typeface="Arial"/>
              </a:rPr>
              <a:t>on</a:t>
            </a:r>
            <a:r>
              <a:rPr dirty="0" sz="750" spc="-70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979999"/>
                </a:solidFill>
                <a:latin typeface="Arial"/>
                <a:cs typeface="Arial"/>
              </a:rPr>
              <a:t>decorations</a:t>
            </a:r>
            <a:r>
              <a:rPr dirty="0" sz="750" spc="-40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979999"/>
                </a:solidFill>
                <a:latin typeface="Arial"/>
                <a:cs typeface="Arial"/>
              </a:rPr>
              <a:t>and</a:t>
            </a:r>
            <a:r>
              <a:rPr dirty="0" sz="750" spc="-80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838589"/>
                </a:solidFill>
                <a:latin typeface="Arial"/>
                <a:cs typeface="Arial"/>
              </a:rPr>
              <a:t>non-</a:t>
            </a:r>
            <a:r>
              <a:rPr dirty="0" sz="750" spc="20">
                <a:solidFill>
                  <a:srgbClr val="838589"/>
                </a:solidFill>
                <a:latin typeface="Arial"/>
                <a:cs typeface="Arial"/>
              </a:rPr>
              <a:t>important</a:t>
            </a:r>
            <a:r>
              <a:rPr dirty="0" sz="750" spc="45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838589"/>
                </a:solidFill>
                <a:latin typeface="Arial"/>
                <a:cs typeface="Arial"/>
              </a:rPr>
              <a:t>parts.</a:t>
            </a:r>
            <a:endParaRPr sz="750">
              <a:latin typeface="Arial"/>
              <a:cs typeface="Arial"/>
            </a:endParaRPr>
          </a:p>
        </p:txBody>
      </p:sp>
      <p:sp>
        <p:nvSpPr>
          <p:cNvPr id="120" name="object 120" descr=""/>
          <p:cNvSpPr txBox="1"/>
          <p:nvPr/>
        </p:nvSpPr>
        <p:spPr>
          <a:xfrm>
            <a:off x="4761429" y="18267275"/>
            <a:ext cx="2545080" cy="496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Level</a:t>
            </a:r>
            <a:r>
              <a:rPr dirty="0" sz="850" spc="-120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AA-</a:t>
            </a:r>
            <a:r>
              <a:rPr dirty="0" sz="850" spc="260">
                <a:solidFill>
                  <a:srgbClr val="13161F"/>
                </a:solidFill>
                <a:latin typeface="Arial"/>
                <a:cs typeface="Arial"/>
              </a:rPr>
              <a:t>  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med</a:t>
            </a:r>
            <a:r>
              <a:rPr dirty="0" sz="850" spc="-80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contrast</a:t>
            </a:r>
            <a:r>
              <a:rPr dirty="0" sz="850" spc="-10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-</a:t>
            </a:r>
            <a:r>
              <a:rPr dirty="0" sz="850" spc="185">
                <a:solidFill>
                  <a:srgbClr val="13161F"/>
                </a:solidFill>
                <a:latin typeface="Arial"/>
                <a:cs typeface="Arial"/>
              </a:rPr>
              <a:t>  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more</a:t>
            </a:r>
            <a:r>
              <a:rPr dirty="0" sz="850" spc="-105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than</a:t>
            </a:r>
            <a:r>
              <a:rPr dirty="0" sz="850" spc="-50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61F"/>
                </a:solidFill>
                <a:latin typeface="Arial"/>
                <a:cs typeface="Arial"/>
              </a:rPr>
              <a:t>4.5:1</a:t>
            </a:r>
            <a:endParaRPr sz="850">
              <a:latin typeface="Arial"/>
              <a:cs typeface="Arial"/>
            </a:endParaRPr>
          </a:p>
          <a:p>
            <a:pPr marL="12700" marR="5080" indent="3175">
              <a:lnSpc>
                <a:spcPct val="131700"/>
              </a:lnSpc>
              <a:spcBef>
                <a:spcPts val="320"/>
              </a:spcBef>
            </a:pPr>
            <a:r>
              <a:rPr dirty="0" sz="750" spc="-10">
                <a:solidFill>
                  <a:srgbClr val="979999"/>
                </a:solidFill>
                <a:latin typeface="Arial"/>
                <a:cs typeface="Arial"/>
              </a:rPr>
              <a:t>A</a:t>
            </a:r>
            <a:r>
              <a:rPr dirty="0" sz="750" spc="-45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minimum</a:t>
            </a:r>
            <a:r>
              <a:rPr dirty="0" sz="750" spc="5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level</a:t>
            </a:r>
            <a:r>
              <a:rPr dirty="0" sz="750" spc="-5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979999"/>
                </a:solidFill>
                <a:latin typeface="Arial"/>
                <a:cs typeface="Arial"/>
              </a:rPr>
              <a:t>of</a:t>
            </a:r>
            <a:r>
              <a:rPr dirty="0" sz="750" spc="45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accessibility</a:t>
            </a:r>
            <a:r>
              <a:rPr dirty="0" sz="750" spc="170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for</a:t>
            </a:r>
            <a:r>
              <a:rPr dirty="0" sz="750" spc="30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all</a:t>
            </a:r>
            <a:r>
              <a:rPr dirty="0" sz="750" spc="85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your</a:t>
            </a:r>
            <a:r>
              <a:rPr dirty="0" sz="750" spc="65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most </a:t>
            </a:r>
            <a:r>
              <a:rPr dirty="0" sz="750">
                <a:solidFill>
                  <a:srgbClr val="979999"/>
                </a:solidFill>
                <a:latin typeface="Arial"/>
                <a:cs typeface="Arial"/>
              </a:rPr>
              <a:t>crucia</a:t>
            </a:r>
            <a:r>
              <a:rPr dirty="0" sz="750">
                <a:solidFill>
                  <a:srgbClr val="6E6E6E"/>
                </a:solidFill>
                <a:latin typeface="Arial"/>
                <a:cs typeface="Arial"/>
              </a:rPr>
              <a:t>l</a:t>
            </a:r>
            <a:r>
              <a:rPr dirty="0" sz="750" spc="-5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838589"/>
                </a:solidFill>
                <a:latin typeface="Arial"/>
                <a:cs typeface="Arial"/>
              </a:rPr>
              <a:t>U</a:t>
            </a:r>
            <a:r>
              <a:rPr dirty="0" sz="750" spc="-25">
                <a:solidFill>
                  <a:srgbClr val="6E6E6E"/>
                </a:solidFill>
                <a:latin typeface="Arial"/>
                <a:cs typeface="Arial"/>
              </a:rPr>
              <a:t>I</a:t>
            </a:r>
            <a:r>
              <a:rPr dirty="0" sz="75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979999"/>
                </a:solidFill>
                <a:latin typeface="Arial"/>
                <a:cs typeface="Arial"/>
              </a:rPr>
              <a:t>e</a:t>
            </a:r>
            <a:r>
              <a:rPr dirty="0" sz="750">
                <a:solidFill>
                  <a:srgbClr val="6E6E6E"/>
                </a:solidFill>
                <a:latin typeface="Arial"/>
                <a:cs typeface="Arial"/>
              </a:rPr>
              <a:t>l</a:t>
            </a:r>
            <a:r>
              <a:rPr dirty="0" sz="750">
                <a:solidFill>
                  <a:srgbClr val="979999"/>
                </a:solidFill>
                <a:latin typeface="Arial"/>
                <a:cs typeface="Arial"/>
              </a:rPr>
              <a:t>ements</a:t>
            </a:r>
            <a:r>
              <a:rPr dirty="0" sz="750" spc="80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(text,</a:t>
            </a:r>
            <a:r>
              <a:rPr dirty="0" sz="750" spc="-80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buttons,</a:t>
            </a:r>
            <a:r>
              <a:rPr dirty="0" sz="750" spc="-5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forms</a:t>
            </a:r>
            <a:r>
              <a:rPr dirty="0" sz="750" spc="65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838589"/>
                </a:solidFill>
                <a:latin typeface="Arial"/>
                <a:cs typeface="Arial"/>
              </a:rPr>
              <a:t>etc</a:t>
            </a:r>
            <a:r>
              <a:rPr dirty="0" sz="750" spc="-10">
                <a:solidFill>
                  <a:srgbClr val="6E6E6E"/>
                </a:solidFill>
                <a:latin typeface="Arial"/>
                <a:cs typeface="Arial"/>
              </a:rPr>
              <a:t>.</a:t>
            </a:r>
            <a:r>
              <a:rPr dirty="0" sz="750" spc="-10">
                <a:solidFill>
                  <a:srgbClr val="838589"/>
                </a:solidFill>
                <a:latin typeface="Arial"/>
                <a:cs typeface="Arial"/>
              </a:rPr>
              <a:t>).</a:t>
            </a:r>
            <a:endParaRPr sz="750">
              <a:latin typeface="Arial"/>
              <a:cs typeface="Arial"/>
            </a:endParaRPr>
          </a:p>
        </p:txBody>
      </p:sp>
      <p:sp>
        <p:nvSpPr>
          <p:cNvPr id="121" name="object 121" descr=""/>
          <p:cNvSpPr txBox="1"/>
          <p:nvPr/>
        </p:nvSpPr>
        <p:spPr>
          <a:xfrm>
            <a:off x="4760624" y="19041668"/>
            <a:ext cx="2486660" cy="496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 sz="850">
                <a:solidFill>
                  <a:srgbClr val="13161F"/>
                </a:solidFill>
                <a:latin typeface="Arial"/>
                <a:cs typeface="Arial"/>
              </a:rPr>
              <a:t>Level</a:t>
            </a:r>
            <a:r>
              <a:rPr dirty="0" sz="850" spc="-60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61F"/>
                </a:solidFill>
                <a:latin typeface="Arial"/>
                <a:cs typeface="Arial"/>
              </a:rPr>
              <a:t>AAA -</a:t>
            </a:r>
            <a:r>
              <a:rPr dirty="0" sz="850" spc="225">
                <a:solidFill>
                  <a:srgbClr val="13161F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13161F"/>
                </a:solidFill>
                <a:latin typeface="Arial"/>
                <a:cs typeface="Arial"/>
              </a:rPr>
              <a:t>high</a:t>
            </a:r>
            <a:r>
              <a:rPr dirty="0" sz="850" spc="-55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61F"/>
                </a:solidFill>
                <a:latin typeface="Arial"/>
                <a:cs typeface="Arial"/>
              </a:rPr>
              <a:t>contrast</a:t>
            </a:r>
            <a:r>
              <a:rPr dirty="0" sz="850" spc="10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61F"/>
                </a:solidFill>
                <a:latin typeface="Arial"/>
                <a:cs typeface="Arial"/>
              </a:rPr>
              <a:t>-</a:t>
            </a:r>
            <a:r>
              <a:rPr dirty="0" sz="850" spc="190">
                <a:solidFill>
                  <a:srgbClr val="13161F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13161F"/>
                </a:solidFill>
                <a:latin typeface="Arial"/>
                <a:cs typeface="Arial"/>
              </a:rPr>
              <a:t>mo</a:t>
            </a:r>
            <a:r>
              <a:rPr dirty="0" sz="850">
                <a:solidFill>
                  <a:srgbClr val="383838"/>
                </a:solidFill>
                <a:latin typeface="Arial"/>
                <a:cs typeface="Arial"/>
              </a:rPr>
              <a:t>re</a:t>
            </a:r>
            <a:r>
              <a:rPr dirty="0" sz="850" spc="-5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61F"/>
                </a:solidFill>
                <a:latin typeface="Arial"/>
                <a:cs typeface="Arial"/>
              </a:rPr>
              <a:t>than</a:t>
            </a:r>
            <a:r>
              <a:rPr dirty="0" sz="850" spc="-114">
                <a:solidFill>
                  <a:srgbClr val="13161F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13161F"/>
                </a:solidFill>
                <a:latin typeface="Arial"/>
                <a:cs typeface="Arial"/>
              </a:rPr>
              <a:t>7</a:t>
            </a:r>
            <a:r>
              <a:rPr dirty="0" sz="850" spc="-25">
                <a:solidFill>
                  <a:srgbClr val="383838"/>
                </a:solidFill>
                <a:latin typeface="Arial"/>
                <a:cs typeface="Arial"/>
              </a:rPr>
              <a:t>:</a:t>
            </a:r>
            <a:r>
              <a:rPr dirty="0" sz="850" spc="-25">
                <a:solidFill>
                  <a:srgbClr val="13161F"/>
                </a:solidFill>
                <a:latin typeface="Arial"/>
                <a:cs typeface="Arial"/>
              </a:rPr>
              <a:t>1</a:t>
            </a:r>
            <a:endParaRPr sz="850">
              <a:latin typeface="Arial"/>
              <a:cs typeface="Arial"/>
            </a:endParaRPr>
          </a:p>
          <a:p>
            <a:pPr marL="14604" marR="5080" indent="-2540">
              <a:lnSpc>
                <a:spcPct val="131700"/>
              </a:lnSpc>
              <a:spcBef>
                <a:spcPts val="320"/>
              </a:spcBef>
            </a:pP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Super-high</a:t>
            </a:r>
            <a:r>
              <a:rPr dirty="0" sz="750" spc="180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979999"/>
                </a:solidFill>
                <a:latin typeface="Arial"/>
                <a:cs typeface="Arial"/>
              </a:rPr>
              <a:t>contrast</a:t>
            </a:r>
            <a:r>
              <a:rPr dirty="0" sz="750" spc="160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isn't</a:t>
            </a:r>
            <a:r>
              <a:rPr dirty="0" sz="750" spc="75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a</a:t>
            </a:r>
            <a:r>
              <a:rPr dirty="0" sz="750">
                <a:solidFill>
                  <a:srgbClr val="6E6E6E"/>
                </a:solidFill>
                <a:latin typeface="Arial"/>
                <a:cs typeface="Arial"/>
              </a:rPr>
              <a:t>r</a:t>
            </a:r>
            <a:r>
              <a:rPr dirty="0" sz="750">
                <a:solidFill>
                  <a:srgbClr val="979999"/>
                </a:solidFill>
                <a:latin typeface="Arial"/>
                <a:cs typeface="Arial"/>
              </a:rPr>
              <a:t>equirement,</a:t>
            </a:r>
            <a:r>
              <a:rPr dirty="0" sz="750" spc="-20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but</a:t>
            </a:r>
            <a:r>
              <a:rPr dirty="0" sz="750" spc="120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979999"/>
                </a:solidFill>
                <a:latin typeface="Arial"/>
                <a:cs typeface="Arial"/>
              </a:rPr>
              <a:t>it's</a:t>
            </a:r>
            <a:r>
              <a:rPr dirty="0" sz="750" spc="60">
                <a:solidFill>
                  <a:srgbClr val="979999"/>
                </a:solidFill>
                <a:latin typeface="Arial"/>
                <a:cs typeface="Arial"/>
              </a:rPr>
              <a:t> </a:t>
            </a:r>
            <a:r>
              <a:rPr dirty="0" sz="750" spc="60">
                <a:solidFill>
                  <a:srgbClr val="838589"/>
                </a:solidFill>
                <a:latin typeface="Arial"/>
                <a:cs typeface="Arial"/>
              </a:rPr>
              <a:t>a</a:t>
            </a:r>
            <a:r>
              <a:rPr dirty="0" sz="750" spc="-40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nice-</a:t>
            </a:r>
            <a:r>
              <a:rPr dirty="0" sz="750" spc="-25">
                <a:solidFill>
                  <a:srgbClr val="838589"/>
                </a:solidFill>
                <a:latin typeface="Arial"/>
                <a:cs typeface="Arial"/>
              </a:rPr>
              <a:t>to­</a:t>
            </a:r>
            <a:r>
              <a:rPr dirty="0" sz="750" spc="10">
                <a:solidFill>
                  <a:srgbClr val="838589"/>
                </a:solidFill>
                <a:latin typeface="Arial"/>
                <a:cs typeface="Arial"/>
              </a:rPr>
              <a:t> have</a:t>
            </a:r>
            <a:r>
              <a:rPr dirty="0" sz="750" spc="-55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838589"/>
                </a:solidFill>
                <a:latin typeface="Arial"/>
                <a:cs typeface="Arial"/>
              </a:rPr>
              <a:t>-</a:t>
            </a:r>
            <a:r>
              <a:rPr dirty="0" sz="750" spc="160">
                <a:solidFill>
                  <a:srgbClr val="838589"/>
                </a:solidFill>
                <a:latin typeface="Arial"/>
                <a:cs typeface="Arial"/>
              </a:rPr>
              <a:t>  </a:t>
            </a:r>
            <a:r>
              <a:rPr dirty="0" sz="750" spc="10">
                <a:solidFill>
                  <a:srgbClr val="838589"/>
                </a:solidFill>
                <a:latin typeface="Arial"/>
                <a:cs typeface="Arial"/>
              </a:rPr>
              <a:t>strive</a:t>
            </a:r>
            <a:r>
              <a:rPr dirty="0" sz="750" spc="-65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838589"/>
                </a:solidFill>
                <a:latin typeface="Arial"/>
                <a:cs typeface="Arial"/>
              </a:rPr>
              <a:t>for</a:t>
            </a:r>
            <a:r>
              <a:rPr dirty="0" sz="750" spc="-60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838589"/>
                </a:solidFill>
                <a:latin typeface="Arial"/>
                <a:cs typeface="Arial"/>
              </a:rPr>
              <a:t>it</a:t>
            </a:r>
            <a:r>
              <a:rPr dirty="0" sz="750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838589"/>
                </a:solidFill>
                <a:latin typeface="Arial"/>
                <a:cs typeface="Arial"/>
              </a:rPr>
              <a:t>where</a:t>
            </a:r>
            <a:r>
              <a:rPr dirty="0" sz="750" spc="-65">
                <a:solidFill>
                  <a:srgbClr val="838589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E6E6E"/>
                </a:solidFill>
                <a:latin typeface="Arial"/>
                <a:cs typeface="Arial"/>
              </a:rPr>
              <a:t>p</a:t>
            </a:r>
            <a:r>
              <a:rPr dirty="0" sz="750" spc="-10">
                <a:solidFill>
                  <a:srgbClr val="838589"/>
                </a:solidFill>
                <a:latin typeface="Arial"/>
                <a:cs typeface="Arial"/>
              </a:rPr>
              <a:t>ossible!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2025-10-04T20:40:24Z</dcterms:created>
  <dcterms:modified xsi:type="dcterms:W3CDTF">2025-10-04T20:40:24Z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Creator">
    <vt:lpwstr>Adobe Acrobat 25.1</vt:lpwstr>
  </property>
  <property fmtid="{D5CDD505-2E9C-101B-9397-08002B2CF9AE}" pid="4" name="LastSaved">
    <vt:filetime>2025-10-04T00:00:00Z</vt:filetime>
  </property>
  <property fmtid="{D5CDD505-2E9C-101B-9397-08002B2CF9AE}" pid="5" name="Producer">
    <vt:lpwstr>Adobe Acrobat 25.1 Image Conversion Plug-in</vt:lpwstr>
  </property>
</Properties>
</file>